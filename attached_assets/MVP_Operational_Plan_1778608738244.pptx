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60" r:id="rId4"/>
    <p:sldId id="259" r:id="rId5"/>
    <p:sldId id="257" r:id="rId6"/>
    <p:sldId id="264" r:id="rId7"/>
    <p:sldId id="265" r:id="rId8"/>
    <p:sldId id="269" r:id="rId9"/>
    <p:sldId id="267" r:id="rId10"/>
    <p:sldId id="268" r:id="rId11"/>
    <p:sldId id="26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67181-601D-43DA-887B-D756030DE8D4}" v="37" dt="2026-05-12T10:52:08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0" d="100"/>
          <a:sy n="70" d="100"/>
        </p:scale>
        <p:origin x="891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 Kumar" userId="7097a2cc70f008a4" providerId="LiveId" clId="{789E8360-6FE1-48E0-A335-5E2DD7B7EAE0}"/>
    <pc:docChg chg="undo custSel addSld delSld modSld sldOrd">
      <pc:chgData name="Prashant Kumar" userId="7097a2cc70f008a4" providerId="LiveId" clId="{789E8360-6FE1-48E0-A335-5E2DD7B7EAE0}" dt="2026-05-12T11:12:59.487" v="1579" actId="1076"/>
      <pc:docMkLst>
        <pc:docMk/>
      </pc:docMkLst>
      <pc:sldChg chg="modSp mod">
        <pc:chgData name="Prashant Kumar" userId="7097a2cc70f008a4" providerId="LiveId" clId="{789E8360-6FE1-48E0-A335-5E2DD7B7EAE0}" dt="2026-05-12T09:42:46.714" v="97" actId="113"/>
        <pc:sldMkLst>
          <pc:docMk/>
          <pc:sldMk cId="2756967110" sldId="256"/>
        </pc:sldMkLst>
        <pc:spChg chg="mod">
          <ac:chgData name="Prashant Kumar" userId="7097a2cc70f008a4" providerId="LiveId" clId="{789E8360-6FE1-48E0-A335-5E2DD7B7EAE0}" dt="2026-05-12T09:42:46.714" v="97" actId="113"/>
          <ac:spMkLst>
            <pc:docMk/>
            <pc:sldMk cId="2756967110" sldId="256"/>
            <ac:spMk id="2" creationId="{B25D3544-C590-B4BF-C26A-25570DA958D4}"/>
          </ac:spMkLst>
        </pc:spChg>
      </pc:sldChg>
      <pc:sldChg chg="addSp delSp modSp mod">
        <pc:chgData name="Prashant Kumar" userId="7097a2cc70f008a4" providerId="LiveId" clId="{789E8360-6FE1-48E0-A335-5E2DD7B7EAE0}" dt="2026-05-12T10:49:51.115" v="1515" actId="14100"/>
        <pc:sldMkLst>
          <pc:docMk/>
          <pc:sldMk cId="2462826375" sldId="257"/>
        </pc:sldMkLst>
        <pc:spChg chg="mod">
          <ac:chgData name="Prashant Kumar" userId="7097a2cc70f008a4" providerId="LiveId" clId="{789E8360-6FE1-48E0-A335-5E2DD7B7EAE0}" dt="2026-05-12T10:49:51.115" v="1515" actId="14100"/>
          <ac:spMkLst>
            <pc:docMk/>
            <pc:sldMk cId="2462826375" sldId="257"/>
            <ac:spMk id="2" creationId="{8AACD77D-CF9D-1A95-1508-1EE3CF538C64}"/>
          </ac:spMkLst>
        </pc:spChg>
        <pc:spChg chg="del">
          <ac:chgData name="Prashant Kumar" userId="7097a2cc70f008a4" providerId="LiveId" clId="{789E8360-6FE1-48E0-A335-5E2DD7B7EAE0}" dt="2026-05-12T10:20:25.147" v="755" actId="478"/>
          <ac:spMkLst>
            <pc:docMk/>
            <pc:sldMk cId="2462826375" sldId="257"/>
            <ac:spMk id="3" creationId="{7A46FD24-D222-DBF1-4EFF-E884425DE8FA}"/>
          </ac:spMkLst>
        </pc:spChg>
        <pc:spChg chg="add mod">
          <ac:chgData name="Prashant Kumar" userId="7097a2cc70f008a4" providerId="LiveId" clId="{789E8360-6FE1-48E0-A335-5E2DD7B7EAE0}" dt="2026-05-12T10:26:35.885" v="783" actId="1076"/>
          <ac:spMkLst>
            <pc:docMk/>
            <pc:sldMk cId="2462826375" sldId="257"/>
            <ac:spMk id="6" creationId="{5E6295EA-351D-56B4-05C2-1D344ABA33F1}"/>
          </ac:spMkLst>
        </pc:spChg>
      </pc:sldChg>
      <pc:sldChg chg="addSp delSp modSp new mod">
        <pc:chgData name="Prashant Kumar" userId="7097a2cc70f008a4" providerId="LiveId" clId="{789E8360-6FE1-48E0-A335-5E2DD7B7EAE0}" dt="2026-05-12T09:40:38.866" v="62" actId="167"/>
        <pc:sldMkLst>
          <pc:docMk/>
          <pc:sldMk cId="1478543414" sldId="258"/>
        </pc:sldMkLst>
        <pc:spChg chg="mod">
          <ac:chgData name="Prashant Kumar" userId="7097a2cc70f008a4" providerId="LiveId" clId="{789E8360-6FE1-48E0-A335-5E2DD7B7EAE0}" dt="2026-05-12T09:36:39.836" v="37" actId="14100"/>
          <ac:spMkLst>
            <pc:docMk/>
            <pc:sldMk cId="1478543414" sldId="258"/>
            <ac:spMk id="2" creationId="{8E18D8A7-672B-1EB1-8BD9-AA58FF922877}"/>
          </ac:spMkLst>
        </pc:spChg>
        <pc:spChg chg="del">
          <ac:chgData name="Prashant Kumar" userId="7097a2cc70f008a4" providerId="LiveId" clId="{789E8360-6FE1-48E0-A335-5E2DD7B7EAE0}" dt="2026-05-12T09:36:34.743" v="34" actId="478"/>
          <ac:spMkLst>
            <pc:docMk/>
            <pc:sldMk cId="1478543414" sldId="258"/>
            <ac:spMk id="3" creationId="{CD760B08-851E-3472-6FB8-E78660EFBE45}"/>
          </ac:spMkLst>
        </pc:spChg>
        <pc:spChg chg="add mod">
          <ac:chgData name="Prashant Kumar" userId="7097a2cc70f008a4" providerId="LiveId" clId="{789E8360-6FE1-48E0-A335-5E2DD7B7EAE0}" dt="2026-05-12T09:37:30.674" v="42" actId="14100"/>
          <ac:spMkLst>
            <pc:docMk/>
            <pc:sldMk cId="1478543414" sldId="258"/>
            <ac:spMk id="5" creationId="{04AFF578-FF66-04DE-66D0-FA267771BCA5}"/>
          </ac:spMkLst>
        </pc:spChg>
        <pc:spChg chg="add mod">
          <ac:chgData name="Prashant Kumar" userId="7097a2cc70f008a4" providerId="LiveId" clId="{789E8360-6FE1-48E0-A335-5E2DD7B7EAE0}" dt="2026-05-12T09:37:51.965" v="48" actId="1076"/>
          <ac:spMkLst>
            <pc:docMk/>
            <pc:sldMk cId="1478543414" sldId="258"/>
            <ac:spMk id="7" creationId="{5B99470B-0BE9-221D-C541-1191B8CC684E}"/>
          </ac:spMkLst>
        </pc:spChg>
        <pc:spChg chg="add mod">
          <ac:chgData name="Prashant Kumar" userId="7097a2cc70f008a4" providerId="LiveId" clId="{789E8360-6FE1-48E0-A335-5E2DD7B7EAE0}" dt="2026-05-12T09:38:10.354" v="55" actId="1076"/>
          <ac:spMkLst>
            <pc:docMk/>
            <pc:sldMk cId="1478543414" sldId="258"/>
            <ac:spMk id="9" creationId="{D66ADBB6-7C4A-6816-BCCE-BAFEE36DD7AC}"/>
          </ac:spMkLst>
        </pc:spChg>
        <pc:spChg chg="add mod ord">
          <ac:chgData name="Prashant Kumar" userId="7097a2cc70f008a4" providerId="LiveId" clId="{789E8360-6FE1-48E0-A335-5E2DD7B7EAE0}" dt="2026-05-12T09:40:38.866" v="62" actId="167"/>
          <ac:spMkLst>
            <pc:docMk/>
            <pc:sldMk cId="1478543414" sldId="258"/>
            <ac:spMk id="10" creationId="{1BE22480-959D-91B6-4EB5-E76CFEB01A7A}"/>
          </ac:spMkLst>
        </pc:spChg>
        <pc:spChg chg="add mod ord">
          <ac:chgData name="Prashant Kumar" userId="7097a2cc70f008a4" providerId="LiveId" clId="{789E8360-6FE1-48E0-A335-5E2DD7B7EAE0}" dt="2026-05-12T09:40:38.866" v="62" actId="167"/>
          <ac:spMkLst>
            <pc:docMk/>
            <pc:sldMk cId="1478543414" sldId="258"/>
            <ac:spMk id="11" creationId="{DEFA3EF2-F23B-B4B2-8E39-07EFA6324EE9}"/>
          </ac:spMkLst>
        </pc:spChg>
        <pc:spChg chg="add mod ord">
          <ac:chgData name="Prashant Kumar" userId="7097a2cc70f008a4" providerId="LiveId" clId="{789E8360-6FE1-48E0-A335-5E2DD7B7EAE0}" dt="2026-05-12T09:40:38.866" v="62" actId="167"/>
          <ac:spMkLst>
            <pc:docMk/>
            <pc:sldMk cId="1478543414" sldId="258"/>
            <ac:spMk id="12" creationId="{882D65D5-2D5B-CEAF-A83B-44D77223A712}"/>
          </ac:spMkLst>
        </pc:spChg>
      </pc:sldChg>
      <pc:sldChg chg="addSp delSp modSp new mod">
        <pc:chgData name="Prashant Kumar" userId="7097a2cc70f008a4" providerId="LiveId" clId="{789E8360-6FE1-48E0-A335-5E2DD7B7EAE0}" dt="2026-05-12T11:10:58.394" v="1573" actId="20577"/>
        <pc:sldMkLst>
          <pc:docMk/>
          <pc:sldMk cId="3283913375" sldId="259"/>
        </pc:sldMkLst>
        <pc:spChg chg="mod">
          <ac:chgData name="Prashant Kumar" userId="7097a2cc70f008a4" providerId="LiveId" clId="{789E8360-6FE1-48E0-A335-5E2DD7B7EAE0}" dt="2026-05-12T10:49:40.575" v="1511" actId="20577"/>
          <ac:spMkLst>
            <pc:docMk/>
            <pc:sldMk cId="3283913375" sldId="259"/>
            <ac:spMk id="2" creationId="{6ECBCEF3-D32E-FCFA-EDB5-3EB9BD5A1F68}"/>
          </ac:spMkLst>
        </pc:spChg>
        <pc:spChg chg="del">
          <ac:chgData name="Prashant Kumar" userId="7097a2cc70f008a4" providerId="LiveId" clId="{789E8360-6FE1-48E0-A335-5E2DD7B7EAE0}" dt="2026-05-12T09:44:00.694" v="140" actId="478"/>
          <ac:spMkLst>
            <pc:docMk/>
            <pc:sldMk cId="3283913375" sldId="259"/>
            <ac:spMk id="3" creationId="{DB2977C7-94D9-423E-E89C-68EE16FEED9D}"/>
          </ac:spMkLst>
        </pc:spChg>
        <pc:spChg chg="add mod">
          <ac:chgData name="Prashant Kumar" userId="7097a2cc70f008a4" providerId="LiveId" clId="{789E8360-6FE1-48E0-A335-5E2DD7B7EAE0}" dt="2026-05-12T10:34:39.292" v="846" actId="207"/>
          <ac:spMkLst>
            <pc:docMk/>
            <pc:sldMk cId="3283913375" sldId="259"/>
            <ac:spMk id="5" creationId="{57B1509C-A489-3A8B-6FFF-CC4F6A6FDDAE}"/>
          </ac:spMkLst>
        </pc:spChg>
        <pc:spChg chg="add mod">
          <ac:chgData name="Prashant Kumar" userId="7097a2cc70f008a4" providerId="LiveId" clId="{789E8360-6FE1-48E0-A335-5E2DD7B7EAE0}" dt="2026-05-12T10:34:39.292" v="846" actId="207"/>
          <ac:spMkLst>
            <pc:docMk/>
            <pc:sldMk cId="3283913375" sldId="259"/>
            <ac:spMk id="6" creationId="{7AF1FBEF-A159-A424-879D-723FE3CE1C4F}"/>
          </ac:spMkLst>
        </pc:spChg>
        <pc:spChg chg="add mod">
          <ac:chgData name="Prashant Kumar" userId="7097a2cc70f008a4" providerId="LiveId" clId="{789E8360-6FE1-48E0-A335-5E2DD7B7EAE0}" dt="2026-05-12T10:34:39.292" v="846" actId="207"/>
          <ac:spMkLst>
            <pc:docMk/>
            <pc:sldMk cId="3283913375" sldId="259"/>
            <ac:spMk id="7" creationId="{E1BD439B-40A7-AEB1-5A86-F443F3ED0832}"/>
          </ac:spMkLst>
        </pc:spChg>
        <pc:spChg chg="add mod">
          <ac:chgData name="Prashant Kumar" userId="7097a2cc70f008a4" providerId="LiveId" clId="{789E8360-6FE1-48E0-A335-5E2DD7B7EAE0}" dt="2026-05-12T10:35:11.535" v="877"/>
          <ac:spMkLst>
            <pc:docMk/>
            <pc:sldMk cId="3283913375" sldId="259"/>
            <ac:spMk id="8" creationId="{7861EAB1-979F-8FFD-85E9-5EF71F645AA6}"/>
          </ac:spMkLst>
        </pc:spChg>
        <pc:spChg chg="add mod">
          <ac:chgData name="Prashant Kumar" userId="7097a2cc70f008a4" providerId="LiveId" clId="{789E8360-6FE1-48E0-A335-5E2DD7B7EAE0}" dt="2026-05-12T10:07:07.226" v="318" actId="1076"/>
          <ac:spMkLst>
            <pc:docMk/>
            <pc:sldMk cId="3283913375" sldId="259"/>
            <ac:spMk id="10" creationId="{4D0825DA-E7C7-BE60-63D6-15DAE2C086AE}"/>
          </ac:spMkLst>
        </pc:spChg>
        <pc:spChg chg="add mod">
          <ac:chgData name="Prashant Kumar" userId="7097a2cc70f008a4" providerId="LiveId" clId="{789E8360-6FE1-48E0-A335-5E2DD7B7EAE0}" dt="2026-05-12T10:25:31.036" v="772" actId="20577"/>
          <ac:spMkLst>
            <pc:docMk/>
            <pc:sldMk cId="3283913375" sldId="259"/>
            <ac:spMk id="11" creationId="{64D2AEB6-2A44-D031-4195-8E269DCFE523}"/>
          </ac:spMkLst>
        </pc:spChg>
        <pc:spChg chg="add mod">
          <ac:chgData name="Prashant Kumar" userId="7097a2cc70f008a4" providerId="LiveId" clId="{789E8360-6FE1-48E0-A335-5E2DD7B7EAE0}" dt="2026-05-12T11:10:58.394" v="1573" actId="20577"/>
          <ac:spMkLst>
            <pc:docMk/>
            <pc:sldMk cId="3283913375" sldId="259"/>
            <ac:spMk id="13" creationId="{B628712E-DBD1-BF76-FD9F-E97A10B8442B}"/>
          </ac:spMkLst>
        </pc:spChg>
        <pc:spChg chg="add mod">
          <ac:chgData name="Prashant Kumar" userId="7097a2cc70f008a4" providerId="LiveId" clId="{789E8360-6FE1-48E0-A335-5E2DD7B7EAE0}" dt="2026-05-12T10:34:39.292" v="846" actId="207"/>
          <ac:spMkLst>
            <pc:docMk/>
            <pc:sldMk cId="3283913375" sldId="259"/>
            <ac:spMk id="14" creationId="{E98963BE-3B17-74A5-48AC-EB5495773AD5}"/>
          </ac:spMkLst>
        </pc:spChg>
        <pc:spChg chg="add mod">
          <ac:chgData name="Prashant Kumar" userId="7097a2cc70f008a4" providerId="LiveId" clId="{789E8360-6FE1-48E0-A335-5E2DD7B7EAE0}" dt="2026-05-12T10:35:06.067" v="876" actId="20577"/>
          <ac:spMkLst>
            <pc:docMk/>
            <pc:sldMk cId="3283913375" sldId="259"/>
            <ac:spMk id="17" creationId="{BF7CD969-FFFA-3DDC-9CDC-5802E8115C30}"/>
          </ac:spMkLst>
        </pc:spChg>
        <pc:spChg chg="add mod">
          <ac:chgData name="Prashant Kumar" userId="7097a2cc70f008a4" providerId="LiveId" clId="{789E8360-6FE1-48E0-A335-5E2DD7B7EAE0}" dt="2026-05-12T10:18:01.955" v="688" actId="114"/>
          <ac:spMkLst>
            <pc:docMk/>
            <pc:sldMk cId="3283913375" sldId="259"/>
            <ac:spMk id="19" creationId="{6440FE14-ACEB-E760-8DD1-1EF47BF9AFC0}"/>
          </ac:spMkLst>
        </pc:spChg>
        <pc:spChg chg="add mod">
          <ac:chgData name="Prashant Kumar" userId="7097a2cc70f008a4" providerId="LiveId" clId="{789E8360-6FE1-48E0-A335-5E2DD7B7EAE0}" dt="2026-05-12T10:20:11.135" v="740" actId="20577"/>
          <ac:spMkLst>
            <pc:docMk/>
            <pc:sldMk cId="3283913375" sldId="259"/>
            <ac:spMk id="21" creationId="{B7978882-74B4-ED46-E303-74CACAF2C5B9}"/>
          </ac:spMkLst>
        </pc:spChg>
        <pc:spChg chg="add mod">
          <ac:chgData name="Prashant Kumar" userId="7097a2cc70f008a4" providerId="LiveId" clId="{789E8360-6FE1-48E0-A335-5E2DD7B7EAE0}" dt="2026-05-12T10:19:22.215" v="729" actId="1076"/>
          <ac:spMkLst>
            <pc:docMk/>
            <pc:sldMk cId="3283913375" sldId="259"/>
            <ac:spMk id="23" creationId="{02F1B36F-57D4-32CA-EC18-27B76DB2B0B2}"/>
          </ac:spMkLst>
        </pc:spChg>
        <pc:graphicFrameChg chg="add mod modGraphic">
          <ac:chgData name="Prashant Kumar" userId="7097a2cc70f008a4" providerId="LiveId" clId="{789E8360-6FE1-48E0-A335-5E2DD7B7EAE0}" dt="2026-05-12T10:10:49.169" v="496" actId="20577"/>
          <ac:graphicFrameMkLst>
            <pc:docMk/>
            <pc:sldMk cId="3283913375" sldId="259"/>
            <ac:graphicFrameMk id="15" creationId="{22364CD9-9173-9565-B4FE-66912BFD266C}"/>
          </ac:graphicFrameMkLst>
        </pc:graphicFrameChg>
        <pc:graphicFrameChg chg="add mod modGraphic">
          <ac:chgData name="Prashant Kumar" userId="7097a2cc70f008a4" providerId="LiveId" clId="{789E8360-6FE1-48E0-A335-5E2DD7B7EAE0}" dt="2026-05-12T10:18:21.166" v="697" actId="1076"/>
          <ac:graphicFrameMkLst>
            <pc:docMk/>
            <pc:sldMk cId="3283913375" sldId="259"/>
            <ac:graphicFrameMk id="20" creationId="{8D4FAD74-D405-2F7B-CB0C-54293FBBDE99}"/>
          </ac:graphicFrameMkLst>
        </pc:graphicFrameChg>
      </pc:sldChg>
      <pc:sldChg chg="addSp delSp modSp new mod">
        <pc:chgData name="Prashant Kumar" userId="7097a2cc70f008a4" providerId="LiveId" clId="{789E8360-6FE1-48E0-A335-5E2DD7B7EAE0}" dt="2026-05-12T09:41:55.294" v="92" actId="113"/>
        <pc:sldMkLst>
          <pc:docMk/>
          <pc:sldMk cId="3074043894" sldId="260"/>
        </pc:sldMkLst>
        <pc:spChg chg="del">
          <ac:chgData name="Prashant Kumar" userId="7097a2cc70f008a4" providerId="LiveId" clId="{789E8360-6FE1-48E0-A335-5E2DD7B7EAE0}" dt="2026-05-12T09:40:59.864" v="64" actId="478"/>
          <ac:spMkLst>
            <pc:docMk/>
            <pc:sldMk cId="3074043894" sldId="260"/>
            <ac:spMk id="2" creationId="{F839B517-16DF-F283-CFA5-AC3F021BCA30}"/>
          </ac:spMkLst>
        </pc:spChg>
        <pc:spChg chg="del">
          <ac:chgData name="Prashant Kumar" userId="7097a2cc70f008a4" providerId="LiveId" clId="{789E8360-6FE1-48E0-A335-5E2DD7B7EAE0}" dt="2026-05-12T09:40:59.864" v="64" actId="478"/>
          <ac:spMkLst>
            <pc:docMk/>
            <pc:sldMk cId="3074043894" sldId="260"/>
            <ac:spMk id="3" creationId="{840ED60F-76E1-3DB0-0A31-0CE66E9B7355}"/>
          </ac:spMkLst>
        </pc:spChg>
        <pc:spChg chg="add mod">
          <ac:chgData name="Prashant Kumar" userId="7097a2cc70f008a4" providerId="LiveId" clId="{789E8360-6FE1-48E0-A335-5E2DD7B7EAE0}" dt="2026-05-12T09:41:55.294" v="92" actId="113"/>
          <ac:spMkLst>
            <pc:docMk/>
            <pc:sldMk cId="3074043894" sldId="260"/>
            <ac:spMk id="5" creationId="{EBA2BA84-F6AF-1EDE-0749-1261432E117B}"/>
          </ac:spMkLst>
        </pc:spChg>
      </pc:sldChg>
      <pc:sldChg chg="new del">
        <pc:chgData name="Prashant Kumar" userId="7097a2cc70f008a4" providerId="LiveId" clId="{789E8360-6FE1-48E0-A335-5E2DD7B7EAE0}" dt="2026-05-12T10:27:25.767" v="806" actId="47"/>
        <pc:sldMkLst>
          <pc:docMk/>
          <pc:sldMk cId="2039439852" sldId="261"/>
        </pc:sldMkLst>
      </pc:sldChg>
      <pc:sldChg chg="new del">
        <pc:chgData name="Prashant Kumar" userId="7097a2cc70f008a4" providerId="LiveId" clId="{789E8360-6FE1-48E0-A335-5E2DD7B7EAE0}" dt="2026-05-12T10:27:26.165" v="807" actId="47"/>
        <pc:sldMkLst>
          <pc:docMk/>
          <pc:sldMk cId="2889924315" sldId="262"/>
        </pc:sldMkLst>
      </pc:sldChg>
      <pc:sldChg chg="new del">
        <pc:chgData name="Prashant Kumar" userId="7097a2cc70f008a4" providerId="LiveId" clId="{789E8360-6FE1-48E0-A335-5E2DD7B7EAE0}" dt="2026-05-12T10:27:26.595" v="808" actId="47"/>
        <pc:sldMkLst>
          <pc:docMk/>
          <pc:sldMk cId="3302145917" sldId="263"/>
        </pc:sldMkLst>
      </pc:sldChg>
      <pc:sldChg chg="modSp add mod ord">
        <pc:chgData name="Prashant Kumar" userId="7097a2cc70f008a4" providerId="LiveId" clId="{789E8360-6FE1-48E0-A335-5E2DD7B7EAE0}" dt="2026-05-12T10:27:11.595" v="804" actId="20577"/>
        <pc:sldMkLst>
          <pc:docMk/>
          <pc:sldMk cId="1946829672" sldId="264"/>
        </pc:sldMkLst>
        <pc:spChg chg="mod">
          <ac:chgData name="Prashant Kumar" userId="7097a2cc70f008a4" providerId="LiveId" clId="{789E8360-6FE1-48E0-A335-5E2DD7B7EAE0}" dt="2026-05-12T10:27:11.595" v="804" actId="20577"/>
          <ac:spMkLst>
            <pc:docMk/>
            <pc:sldMk cId="1946829672" sldId="264"/>
            <ac:spMk id="5" creationId="{0D689985-EBEF-7129-8F8C-B0E2BECFA69D}"/>
          </ac:spMkLst>
        </pc:spChg>
      </pc:sldChg>
      <pc:sldChg chg="addSp delSp modSp add mod">
        <pc:chgData name="Prashant Kumar" userId="7097a2cc70f008a4" providerId="LiveId" clId="{789E8360-6FE1-48E0-A335-5E2DD7B7EAE0}" dt="2026-05-12T11:12:59.487" v="1579" actId="1076"/>
        <pc:sldMkLst>
          <pc:docMk/>
          <pc:sldMk cId="3595861371" sldId="265"/>
        </pc:sldMkLst>
        <pc:spChg chg="mod">
          <ac:chgData name="Prashant Kumar" userId="7097a2cc70f008a4" providerId="LiveId" clId="{789E8360-6FE1-48E0-A335-5E2DD7B7EAE0}" dt="2026-05-12T10:49:14.895" v="1498" actId="20577"/>
          <ac:spMkLst>
            <pc:docMk/>
            <pc:sldMk cId="3595861371" sldId="265"/>
            <ac:spMk id="2" creationId="{F55BA337-3CC8-F1F2-C6AF-E3035E22D177}"/>
          </ac:spMkLst>
        </pc:spChg>
        <pc:spChg chg="mod">
          <ac:chgData name="Prashant Kumar" userId="7097a2cc70f008a4" providerId="LiveId" clId="{789E8360-6FE1-48E0-A335-5E2DD7B7EAE0}" dt="2026-05-12T10:38:33.321" v="1033" actId="1076"/>
          <ac:spMkLst>
            <pc:docMk/>
            <pc:sldMk cId="3595861371" sldId="265"/>
            <ac:spMk id="5" creationId="{96346D13-8F98-05DD-CB8D-2A47749E63D6}"/>
          </ac:spMkLst>
        </pc:spChg>
        <pc:spChg chg="mod">
          <ac:chgData name="Prashant Kumar" userId="7097a2cc70f008a4" providerId="LiveId" clId="{789E8360-6FE1-48E0-A335-5E2DD7B7EAE0}" dt="2026-05-12T10:38:33.321" v="1033" actId="1076"/>
          <ac:spMkLst>
            <pc:docMk/>
            <pc:sldMk cId="3595861371" sldId="265"/>
            <ac:spMk id="6" creationId="{9F7B07C8-E20A-500D-AC5A-F84B43D326C3}"/>
          </ac:spMkLst>
        </pc:spChg>
        <pc:spChg chg="mod">
          <ac:chgData name="Prashant Kumar" userId="7097a2cc70f008a4" providerId="LiveId" clId="{789E8360-6FE1-48E0-A335-5E2DD7B7EAE0}" dt="2026-05-12T10:38:33.321" v="1033" actId="1076"/>
          <ac:spMkLst>
            <pc:docMk/>
            <pc:sldMk cId="3595861371" sldId="265"/>
            <ac:spMk id="7" creationId="{BF675616-0026-925E-F751-6B940E77981A}"/>
          </ac:spMkLst>
        </pc:spChg>
        <pc:spChg chg="mod">
          <ac:chgData name="Prashant Kumar" userId="7097a2cc70f008a4" providerId="LiveId" clId="{789E8360-6FE1-48E0-A335-5E2DD7B7EAE0}" dt="2026-05-12T10:38:33.321" v="1033" actId="1076"/>
          <ac:spMkLst>
            <pc:docMk/>
            <pc:sldMk cId="3595861371" sldId="265"/>
            <ac:spMk id="8" creationId="{7518B1F1-B1EE-BEAC-EAFC-92792381D95F}"/>
          </ac:spMkLst>
        </pc:spChg>
        <pc:spChg chg="del">
          <ac:chgData name="Prashant Kumar" userId="7097a2cc70f008a4" providerId="LiveId" clId="{789E8360-6FE1-48E0-A335-5E2DD7B7EAE0}" dt="2026-05-12T10:35:56.335" v="914" actId="478"/>
          <ac:spMkLst>
            <pc:docMk/>
            <pc:sldMk cId="3595861371" sldId="265"/>
            <ac:spMk id="10" creationId="{506BF158-82CB-BB1C-A82C-3F64FC217314}"/>
          </ac:spMkLst>
        </pc:spChg>
        <pc:spChg chg="mod">
          <ac:chgData name="Prashant Kumar" userId="7097a2cc70f008a4" providerId="LiveId" clId="{789E8360-6FE1-48E0-A335-5E2DD7B7EAE0}" dt="2026-05-12T10:38:33.321" v="1033" actId="1076"/>
          <ac:spMkLst>
            <pc:docMk/>
            <pc:sldMk cId="3595861371" sldId="265"/>
            <ac:spMk id="11" creationId="{A60931EE-7246-D82F-4B07-6E32D202FAC5}"/>
          </ac:spMkLst>
        </pc:spChg>
        <pc:spChg chg="add mod">
          <ac:chgData name="Prashant Kumar" userId="7097a2cc70f008a4" providerId="LiveId" clId="{789E8360-6FE1-48E0-A335-5E2DD7B7EAE0}" dt="2026-05-12T11:12:55.636" v="1578" actId="1076"/>
          <ac:spMkLst>
            <pc:docMk/>
            <pc:sldMk cId="3595861371" sldId="265"/>
            <ac:spMk id="12" creationId="{D25B3370-5896-2A65-19E7-7BE5A58865F8}"/>
          </ac:spMkLst>
        </pc:spChg>
        <pc:spChg chg="del">
          <ac:chgData name="Prashant Kumar" userId="7097a2cc70f008a4" providerId="LiveId" clId="{789E8360-6FE1-48E0-A335-5E2DD7B7EAE0}" dt="2026-05-12T10:37:45.865" v="1008" actId="478"/>
          <ac:spMkLst>
            <pc:docMk/>
            <pc:sldMk cId="3595861371" sldId="265"/>
            <ac:spMk id="13" creationId="{4CFAAC5A-DF82-D1C4-FA56-6CE3665011A1}"/>
          </ac:spMkLst>
        </pc:spChg>
        <pc:spChg chg="mod">
          <ac:chgData name="Prashant Kumar" userId="7097a2cc70f008a4" providerId="LiveId" clId="{789E8360-6FE1-48E0-A335-5E2DD7B7EAE0}" dt="2026-05-12T10:37:14.066" v="961" actId="20577"/>
          <ac:spMkLst>
            <pc:docMk/>
            <pc:sldMk cId="3595861371" sldId="265"/>
            <ac:spMk id="14" creationId="{CF9D28CC-E2B0-6804-0B8F-18B98DD91149}"/>
          </ac:spMkLst>
        </pc:spChg>
        <pc:spChg chg="mod">
          <ac:chgData name="Prashant Kumar" userId="7097a2cc70f008a4" providerId="LiveId" clId="{789E8360-6FE1-48E0-A335-5E2DD7B7EAE0}" dt="2026-05-12T10:38:33.321" v="1033" actId="1076"/>
          <ac:spMkLst>
            <pc:docMk/>
            <pc:sldMk cId="3595861371" sldId="265"/>
            <ac:spMk id="17" creationId="{470119BC-08D9-B5E2-E1BE-B46EB1CF3F90}"/>
          </ac:spMkLst>
        </pc:spChg>
        <pc:spChg chg="add mod">
          <ac:chgData name="Prashant Kumar" userId="7097a2cc70f008a4" providerId="LiveId" clId="{789E8360-6FE1-48E0-A335-5E2DD7B7EAE0}" dt="2026-05-12T10:38:56.955" v="1043" actId="1076"/>
          <ac:spMkLst>
            <pc:docMk/>
            <pc:sldMk cId="3595861371" sldId="265"/>
            <ac:spMk id="18" creationId="{CB48BD33-A99B-DE68-8007-1AA0940226A9}"/>
          </ac:spMkLst>
        </pc:spChg>
        <pc:spChg chg="mod">
          <ac:chgData name="Prashant Kumar" userId="7097a2cc70f008a4" providerId="LiveId" clId="{789E8360-6FE1-48E0-A335-5E2DD7B7EAE0}" dt="2026-05-12T10:39:48.005" v="1106" actId="20577"/>
          <ac:spMkLst>
            <pc:docMk/>
            <pc:sldMk cId="3595861371" sldId="265"/>
            <ac:spMk id="19" creationId="{2DB9E561-792D-208C-8D28-0B09FA4D56AD}"/>
          </ac:spMkLst>
        </pc:spChg>
        <pc:spChg chg="mod">
          <ac:chgData name="Prashant Kumar" userId="7097a2cc70f008a4" providerId="LiveId" clId="{789E8360-6FE1-48E0-A335-5E2DD7B7EAE0}" dt="2026-05-12T10:40:18.385" v="1135" actId="1036"/>
          <ac:spMkLst>
            <pc:docMk/>
            <pc:sldMk cId="3595861371" sldId="265"/>
            <ac:spMk id="21" creationId="{AE39F3EB-3B64-0E83-D7C4-F443624407A5}"/>
          </ac:spMkLst>
        </pc:spChg>
        <pc:spChg chg="add mod">
          <ac:chgData name="Prashant Kumar" userId="7097a2cc70f008a4" providerId="LiveId" clId="{789E8360-6FE1-48E0-A335-5E2DD7B7EAE0}" dt="2026-05-12T11:12:59.487" v="1579" actId="1076"/>
          <ac:spMkLst>
            <pc:docMk/>
            <pc:sldMk cId="3595861371" sldId="265"/>
            <ac:spMk id="22" creationId="{697C87F6-303C-55D7-D2CF-BC10BED94B2B}"/>
          </ac:spMkLst>
        </pc:spChg>
        <pc:spChg chg="del mod">
          <ac:chgData name="Prashant Kumar" userId="7097a2cc70f008a4" providerId="LiveId" clId="{789E8360-6FE1-48E0-A335-5E2DD7B7EAE0}" dt="2026-05-12T10:40:06.175" v="1117" actId="478"/>
          <ac:spMkLst>
            <pc:docMk/>
            <pc:sldMk cId="3595861371" sldId="265"/>
            <ac:spMk id="23" creationId="{F8C3793E-0DD5-2FC6-675C-2059E313170B}"/>
          </ac:spMkLst>
        </pc:spChg>
        <pc:spChg chg="add mod">
          <ac:chgData name="Prashant Kumar" userId="7097a2cc70f008a4" providerId="LiveId" clId="{789E8360-6FE1-48E0-A335-5E2DD7B7EAE0}" dt="2026-05-12T10:41:47.515" v="1187" actId="20577"/>
          <ac:spMkLst>
            <pc:docMk/>
            <pc:sldMk cId="3595861371" sldId="265"/>
            <ac:spMk id="26" creationId="{6AEFA486-F943-DA62-CFEF-3026652F4669}"/>
          </ac:spMkLst>
        </pc:spChg>
        <pc:graphicFrameChg chg="add mod modGraphic">
          <ac:chgData name="Prashant Kumar" userId="7097a2cc70f008a4" providerId="LiveId" clId="{789E8360-6FE1-48E0-A335-5E2DD7B7EAE0}" dt="2026-05-12T10:37:39.415" v="1007" actId="1076"/>
          <ac:graphicFrameMkLst>
            <pc:docMk/>
            <pc:sldMk cId="3595861371" sldId="265"/>
            <ac:graphicFrameMk id="3" creationId="{81139E55-0E64-5A28-4DC3-6C65B6181A38}"/>
          </ac:graphicFrameMkLst>
        </pc:graphicFrameChg>
        <pc:graphicFrameChg chg="del">
          <ac:chgData name="Prashant Kumar" userId="7097a2cc70f008a4" providerId="LiveId" clId="{789E8360-6FE1-48E0-A335-5E2DD7B7EAE0}" dt="2026-05-12T10:37:35.886" v="1006" actId="478"/>
          <ac:graphicFrameMkLst>
            <pc:docMk/>
            <pc:sldMk cId="3595861371" sldId="265"/>
            <ac:graphicFrameMk id="15" creationId="{B649F10E-318C-C314-9B9D-E1EC47F88690}"/>
          </ac:graphicFrameMkLst>
        </pc:graphicFrameChg>
        <pc:graphicFrameChg chg="del">
          <ac:chgData name="Prashant Kumar" userId="7097a2cc70f008a4" providerId="LiveId" clId="{789E8360-6FE1-48E0-A335-5E2DD7B7EAE0}" dt="2026-05-12T10:39:51.339" v="1107" actId="478"/>
          <ac:graphicFrameMkLst>
            <pc:docMk/>
            <pc:sldMk cId="3595861371" sldId="265"/>
            <ac:graphicFrameMk id="20" creationId="{1654DEC8-B85F-3283-1B21-B7ED88DB102A}"/>
          </ac:graphicFrameMkLst>
        </pc:graphicFrameChg>
        <pc:graphicFrameChg chg="add mod modGraphic">
          <ac:chgData name="Prashant Kumar" userId="7097a2cc70f008a4" providerId="LiveId" clId="{789E8360-6FE1-48E0-A335-5E2DD7B7EAE0}" dt="2026-05-12T10:40:04.697" v="1116" actId="1076"/>
          <ac:graphicFrameMkLst>
            <pc:docMk/>
            <pc:sldMk cId="3595861371" sldId="265"/>
            <ac:graphicFrameMk id="24" creationId="{EEC0801B-1F1A-CE34-3ECC-43E4DBD80C08}"/>
          </ac:graphicFrameMkLst>
        </pc:graphicFrameChg>
      </pc:sldChg>
      <pc:sldChg chg="addSp delSp modSp add mod ord">
        <pc:chgData name="Prashant Kumar" userId="7097a2cc70f008a4" providerId="LiveId" clId="{789E8360-6FE1-48E0-A335-5E2DD7B7EAE0}" dt="2026-05-12T10:49:02.865" v="1473" actId="27636"/>
        <pc:sldMkLst>
          <pc:docMk/>
          <pc:sldMk cId="1274793588" sldId="266"/>
        </pc:sldMkLst>
        <pc:spChg chg="mod">
          <ac:chgData name="Prashant Kumar" userId="7097a2cc70f008a4" providerId="LiveId" clId="{789E8360-6FE1-48E0-A335-5E2DD7B7EAE0}" dt="2026-05-12T10:49:02.865" v="1473" actId="27636"/>
          <ac:spMkLst>
            <pc:docMk/>
            <pc:sldMk cId="1274793588" sldId="266"/>
            <ac:spMk id="2" creationId="{B650C1D2-3DE6-0A5E-E0DB-A9A5727FE41A}"/>
          </ac:spMkLst>
        </pc:spChg>
        <pc:spChg chg="add mod">
          <ac:chgData name="Prashant Kumar" userId="7097a2cc70f008a4" providerId="LiveId" clId="{789E8360-6FE1-48E0-A335-5E2DD7B7EAE0}" dt="2026-05-12T10:48:33.730" v="1445" actId="404"/>
          <ac:spMkLst>
            <pc:docMk/>
            <pc:sldMk cId="1274793588" sldId="266"/>
            <ac:spMk id="5" creationId="{FD362720-5F3A-A3A7-6749-32196049E6C6}"/>
          </ac:spMkLst>
        </pc:spChg>
        <pc:spChg chg="del">
          <ac:chgData name="Prashant Kumar" userId="7097a2cc70f008a4" providerId="LiveId" clId="{789E8360-6FE1-48E0-A335-5E2DD7B7EAE0}" dt="2026-05-12T10:48:28.865" v="1439" actId="478"/>
          <ac:spMkLst>
            <pc:docMk/>
            <pc:sldMk cId="1274793588" sldId="266"/>
            <ac:spMk id="6" creationId="{9CCBB5DC-95DE-F26A-9D48-B9AD4764D1FA}"/>
          </ac:spMkLst>
        </pc:spChg>
      </pc:sldChg>
      <pc:sldChg chg="modSp add mod">
        <pc:chgData name="Prashant Kumar" userId="7097a2cc70f008a4" providerId="LiveId" clId="{789E8360-6FE1-48E0-A335-5E2DD7B7EAE0}" dt="2026-05-12T10:27:38.256" v="818" actId="20577"/>
        <pc:sldMkLst>
          <pc:docMk/>
          <pc:sldMk cId="735779773" sldId="267"/>
        </pc:sldMkLst>
        <pc:spChg chg="mod">
          <ac:chgData name="Prashant Kumar" userId="7097a2cc70f008a4" providerId="LiveId" clId="{789E8360-6FE1-48E0-A335-5E2DD7B7EAE0}" dt="2026-05-12T10:27:38.256" v="818" actId="20577"/>
          <ac:spMkLst>
            <pc:docMk/>
            <pc:sldMk cId="735779773" sldId="267"/>
            <ac:spMk id="5" creationId="{0767FD49-1CE0-35C7-12B8-FC61CB972BC0}"/>
          </ac:spMkLst>
        </pc:spChg>
      </pc:sldChg>
      <pc:sldChg chg="addSp delSp modSp add mod">
        <pc:chgData name="Prashant Kumar" userId="7097a2cc70f008a4" providerId="LiveId" clId="{789E8360-6FE1-48E0-A335-5E2DD7B7EAE0}" dt="2026-05-12T10:49:30.395" v="1505" actId="20577"/>
        <pc:sldMkLst>
          <pc:docMk/>
          <pc:sldMk cId="262589029" sldId="268"/>
        </pc:sldMkLst>
        <pc:spChg chg="mod">
          <ac:chgData name="Prashant Kumar" userId="7097a2cc70f008a4" providerId="LiveId" clId="{789E8360-6FE1-48E0-A335-5E2DD7B7EAE0}" dt="2026-05-12T10:49:30.395" v="1505" actId="20577"/>
          <ac:spMkLst>
            <pc:docMk/>
            <pc:sldMk cId="262589029" sldId="268"/>
            <ac:spMk id="2" creationId="{7D7653D8-C23E-E6AD-A540-F83648C49273}"/>
          </ac:spMkLst>
        </pc:spChg>
        <pc:spChg chg="mod">
          <ac:chgData name="Prashant Kumar" userId="7097a2cc70f008a4" providerId="LiveId" clId="{789E8360-6FE1-48E0-A335-5E2DD7B7EAE0}" dt="2026-05-12T10:44:41.441" v="1249" actId="20577"/>
          <ac:spMkLst>
            <pc:docMk/>
            <pc:sldMk cId="262589029" sldId="268"/>
            <ac:spMk id="8" creationId="{7AAE82E7-7DD1-CE5A-161F-61D3568BDBC9}"/>
          </ac:spMkLst>
        </pc:spChg>
        <pc:spChg chg="add mod">
          <ac:chgData name="Prashant Kumar" userId="7097a2cc70f008a4" providerId="LiveId" clId="{789E8360-6FE1-48E0-A335-5E2DD7B7EAE0}" dt="2026-05-12T10:45:16.618" v="1258" actId="14100"/>
          <ac:spMkLst>
            <pc:docMk/>
            <pc:sldMk cId="262589029" sldId="268"/>
            <ac:spMk id="9" creationId="{25AC5B76-CCB5-09D1-B4F1-3A894B3DE609}"/>
          </ac:spMkLst>
        </pc:spChg>
        <pc:spChg chg="mod">
          <ac:chgData name="Prashant Kumar" userId="7097a2cc70f008a4" providerId="LiveId" clId="{789E8360-6FE1-48E0-A335-5E2DD7B7EAE0}" dt="2026-05-12T10:44:51.195" v="1252" actId="12"/>
          <ac:spMkLst>
            <pc:docMk/>
            <pc:sldMk cId="262589029" sldId="268"/>
            <ac:spMk id="10" creationId="{3FDFFD83-933F-7B41-7CCE-3D9F321FE8B5}"/>
          </ac:spMkLst>
        </pc:spChg>
        <pc:spChg chg="del">
          <ac:chgData name="Prashant Kumar" userId="7097a2cc70f008a4" providerId="LiveId" clId="{789E8360-6FE1-48E0-A335-5E2DD7B7EAE0}" dt="2026-05-12T10:45:48.178" v="1260" actId="478"/>
          <ac:spMkLst>
            <pc:docMk/>
            <pc:sldMk cId="262589029" sldId="268"/>
            <ac:spMk id="11" creationId="{7CF44ED7-48EA-DC2E-70E5-85ADFD5EE23B}"/>
          </ac:spMkLst>
        </pc:spChg>
        <pc:spChg chg="add mod">
          <ac:chgData name="Prashant Kumar" userId="7097a2cc70f008a4" providerId="LiveId" clId="{789E8360-6FE1-48E0-A335-5E2DD7B7EAE0}" dt="2026-05-12T10:45:51.095" v="1262" actId="1076"/>
          <ac:spMkLst>
            <pc:docMk/>
            <pc:sldMk cId="262589029" sldId="268"/>
            <ac:spMk id="12" creationId="{B4D93D8D-FD09-66DF-E5FB-86695822054E}"/>
          </ac:spMkLst>
        </pc:spChg>
        <pc:spChg chg="del">
          <ac:chgData name="Prashant Kumar" userId="7097a2cc70f008a4" providerId="LiveId" clId="{789E8360-6FE1-48E0-A335-5E2DD7B7EAE0}" dt="2026-05-12T10:45:34.637" v="1259" actId="478"/>
          <ac:spMkLst>
            <pc:docMk/>
            <pc:sldMk cId="262589029" sldId="268"/>
            <ac:spMk id="13" creationId="{661F502F-3E72-39EC-8932-37D5EDC4A060}"/>
          </ac:spMkLst>
        </pc:spChg>
        <pc:spChg chg="del">
          <ac:chgData name="Prashant Kumar" userId="7097a2cc70f008a4" providerId="LiveId" clId="{789E8360-6FE1-48E0-A335-5E2DD7B7EAE0}" dt="2026-05-12T10:45:48.178" v="1260" actId="478"/>
          <ac:spMkLst>
            <pc:docMk/>
            <pc:sldMk cId="262589029" sldId="268"/>
            <ac:spMk id="14" creationId="{2F67D29C-87D1-D193-7F53-507BAF34CF7D}"/>
          </ac:spMkLst>
        </pc:spChg>
        <pc:spChg chg="add mod">
          <ac:chgData name="Prashant Kumar" userId="7097a2cc70f008a4" providerId="LiveId" clId="{789E8360-6FE1-48E0-A335-5E2DD7B7EAE0}" dt="2026-05-12T10:45:51.095" v="1262" actId="1076"/>
          <ac:spMkLst>
            <pc:docMk/>
            <pc:sldMk cId="262589029" sldId="268"/>
            <ac:spMk id="16" creationId="{5696ADF5-154F-01FA-823F-7E1B8AA47A25}"/>
          </ac:spMkLst>
        </pc:spChg>
        <pc:spChg chg="mod">
          <ac:chgData name="Prashant Kumar" userId="7097a2cc70f008a4" providerId="LiveId" clId="{789E8360-6FE1-48E0-A335-5E2DD7B7EAE0}" dt="2026-05-12T10:46:11.175" v="1347" actId="20577"/>
          <ac:spMkLst>
            <pc:docMk/>
            <pc:sldMk cId="262589029" sldId="268"/>
            <ac:spMk id="17" creationId="{015D960C-7708-6D05-1FB7-88FEFCA8CD72}"/>
          </ac:spMkLst>
        </pc:spChg>
        <pc:spChg chg="mod">
          <ac:chgData name="Prashant Kumar" userId="7097a2cc70f008a4" providerId="LiveId" clId="{789E8360-6FE1-48E0-A335-5E2DD7B7EAE0}" dt="2026-05-12T10:47:06.571" v="1407" actId="20577"/>
          <ac:spMkLst>
            <pc:docMk/>
            <pc:sldMk cId="262589029" sldId="268"/>
            <ac:spMk id="19" creationId="{A44FA8A0-B72F-04CB-529B-37ADD99558E0}"/>
          </ac:spMkLst>
        </pc:spChg>
        <pc:spChg chg="del">
          <ac:chgData name="Prashant Kumar" userId="7097a2cc70f008a4" providerId="LiveId" clId="{789E8360-6FE1-48E0-A335-5E2DD7B7EAE0}" dt="2026-05-12T10:47:31.292" v="1419" actId="478"/>
          <ac:spMkLst>
            <pc:docMk/>
            <pc:sldMk cId="262589029" sldId="268"/>
            <ac:spMk id="23" creationId="{D6CB05E8-9FBD-B2B8-0B02-EF358B73F534}"/>
          </ac:spMkLst>
        </pc:spChg>
        <pc:spChg chg="add mod">
          <ac:chgData name="Prashant Kumar" userId="7097a2cc70f008a4" providerId="LiveId" clId="{789E8360-6FE1-48E0-A335-5E2DD7B7EAE0}" dt="2026-05-12T10:46:27.776" v="1354" actId="1076"/>
          <ac:spMkLst>
            <pc:docMk/>
            <pc:sldMk cId="262589029" sldId="268"/>
            <ac:spMk id="24" creationId="{D5C2C075-E8B4-5E2A-DE84-0ED9C42FB29F}"/>
          </ac:spMkLst>
        </pc:spChg>
        <pc:spChg chg="add mod">
          <ac:chgData name="Prashant Kumar" userId="7097a2cc70f008a4" providerId="LiveId" clId="{789E8360-6FE1-48E0-A335-5E2DD7B7EAE0}" dt="2026-05-12T10:48:03.325" v="1438" actId="20577"/>
          <ac:spMkLst>
            <pc:docMk/>
            <pc:sldMk cId="262589029" sldId="268"/>
            <ac:spMk id="27" creationId="{4957765D-6035-B1BD-F39D-2FDE8837A5EF}"/>
          </ac:spMkLst>
        </pc:spChg>
        <pc:graphicFrameChg chg="del">
          <ac:chgData name="Prashant Kumar" userId="7097a2cc70f008a4" providerId="LiveId" clId="{789E8360-6FE1-48E0-A335-5E2DD7B7EAE0}" dt="2026-05-12T10:45:48.178" v="1260" actId="478"/>
          <ac:graphicFrameMkLst>
            <pc:docMk/>
            <pc:sldMk cId="262589029" sldId="268"/>
            <ac:graphicFrameMk id="15" creationId="{B0E6F089-5E79-E0DB-3E9B-398025920A04}"/>
          </ac:graphicFrameMkLst>
        </pc:graphicFrameChg>
        <pc:graphicFrameChg chg="add mod">
          <ac:chgData name="Prashant Kumar" userId="7097a2cc70f008a4" providerId="LiveId" clId="{789E8360-6FE1-48E0-A335-5E2DD7B7EAE0}" dt="2026-05-12T10:45:51.095" v="1262" actId="1076"/>
          <ac:graphicFrameMkLst>
            <pc:docMk/>
            <pc:sldMk cId="262589029" sldId="268"/>
            <ac:graphicFrameMk id="18" creationId="{778D0662-19DF-C4E2-AA0B-20C8A56EDA44}"/>
          </ac:graphicFrameMkLst>
        </pc:graphicFrameChg>
        <pc:graphicFrameChg chg="del">
          <ac:chgData name="Prashant Kumar" userId="7097a2cc70f008a4" providerId="LiveId" clId="{789E8360-6FE1-48E0-A335-5E2DD7B7EAE0}" dt="2026-05-12T10:46:49.655" v="1355" actId="478"/>
          <ac:graphicFrameMkLst>
            <pc:docMk/>
            <pc:sldMk cId="262589029" sldId="268"/>
            <ac:graphicFrameMk id="20" creationId="{0E64F8E0-A207-FCB8-6095-4E1859694DAE}"/>
          </ac:graphicFrameMkLst>
        </pc:graphicFrameChg>
        <pc:graphicFrameChg chg="add mod modGraphic">
          <ac:chgData name="Prashant Kumar" userId="7097a2cc70f008a4" providerId="LiveId" clId="{789E8360-6FE1-48E0-A335-5E2DD7B7EAE0}" dt="2026-05-12T10:47:27.606" v="1418" actId="113"/>
          <ac:graphicFrameMkLst>
            <pc:docMk/>
            <pc:sldMk cId="262589029" sldId="268"/>
            <ac:graphicFrameMk id="25" creationId="{182EFDDC-30CA-AD78-D518-35ED83EDB682}"/>
          </ac:graphicFrameMkLst>
        </pc:graphicFrameChg>
      </pc:sldChg>
      <pc:sldChg chg="addSp delSp modSp add mod ord">
        <pc:chgData name="Prashant Kumar" userId="7097a2cc70f008a4" providerId="LiveId" clId="{789E8360-6FE1-48E0-A335-5E2DD7B7EAE0}" dt="2026-05-12T10:49:25.800" v="1504" actId="1076"/>
        <pc:sldMkLst>
          <pc:docMk/>
          <pc:sldMk cId="1087774942" sldId="269"/>
        </pc:sldMkLst>
        <pc:spChg chg="mod">
          <ac:chgData name="Prashant Kumar" userId="7097a2cc70f008a4" providerId="LiveId" clId="{789E8360-6FE1-48E0-A335-5E2DD7B7EAE0}" dt="2026-05-12T10:49:23.829" v="1503" actId="14100"/>
          <ac:spMkLst>
            <pc:docMk/>
            <pc:sldMk cId="1087774942" sldId="269"/>
            <ac:spMk id="2" creationId="{4FC2F2B6-6551-9543-76DB-10460BFEB32A}"/>
          </ac:spMkLst>
        </pc:spChg>
        <pc:spChg chg="add mod">
          <ac:chgData name="Prashant Kumar" userId="7097a2cc70f008a4" providerId="LiveId" clId="{789E8360-6FE1-48E0-A335-5E2DD7B7EAE0}" dt="2026-05-12T10:49:25.800" v="1504" actId="1076"/>
          <ac:spMkLst>
            <pc:docMk/>
            <pc:sldMk cId="1087774942" sldId="269"/>
            <ac:spMk id="5" creationId="{C480C8E1-AABD-BCBB-EB72-5A018F9F4221}"/>
          </ac:spMkLst>
        </pc:spChg>
        <pc:spChg chg="del">
          <ac:chgData name="Prashant Kumar" userId="7097a2cc70f008a4" providerId="LiveId" clId="{789E8360-6FE1-48E0-A335-5E2DD7B7EAE0}" dt="2026-05-12T10:41:16.241" v="1169" actId="478"/>
          <ac:spMkLst>
            <pc:docMk/>
            <pc:sldMk cId="1087774942" sldId="269"/>
            <ac:spMk id="6" creationId="{A413682B-D246-0754-D09A-E60B841D9AC3}"/>
          </ac:spMkLst>
        </pc:spChg>
      </pc:sldChg>
      <pc:sldChg chg="addSp delSp modSp new mod">
        <pc:chgData name="Prashant Kumar" userId="7097a2cc70f008a4" providerId="LiveId" clId="{789E8360-6FE1-48E0-A335-5E2DD7B7EAE0}" dt="2026-05-12T10:52:33.927" v="1546" actId="1076"/>
        <pc:sldMkLst>
          <pc:docMk/>
          <pc:sldMk cId="261284266" sldId="270"/>
        </pc:sldMkLst>
        <pc:spChg chg="mod">
          <ac:chgData name="Prashant Kumar" userId="7097a2cc70f008a4" providerId="LiveId" clId="{789E8360-6FE1-48E0-A335-5E2DD7B7EAE0}" dt="2026-05-12T10:52:28.546" v="1545" actId="20577"/>
          <ac:spMkLst>
            <pc:docMk/>
            <pc:sldMk cId="261284266" sldId="270"/>
            <ac:spMk id="2" creationId="{49560FD4-2FA3-21D1-12B6-23D22898612A}"/>
          </ac:spMkLst>
        </pc:spChg>
        <pc:spChg chg="del">
          <ac:chgData name="Prashant Kumar" userId="7097a2cc70f008a4" providerId="LiveId" clId="{789E8360-6FE1-48E0-A335-5E2DD7B7EAE0}" dt="2026-05-12T10:50:59.725" v="1525" actId="478"/>
          <ac:spMkLst>
            <pc:docMk/>
            <pc:sldMk cId="261284266" sldId="270"/>
            <ac:spMk id="3" creationId="{19C39AE6-DFC3-7EBA-DBE4-B23A7974D003}"/>
          </ac:spMkLst>
        </pc:spChg>
        <pc:graphicFrameChg chg="add mod modGraphic">
          <ac:chgData name="Prashant Kumar" userId="7097a2cc70f008a4" providerId="LiveId" clId="{789E8360-6FE1-48E0-A335-5E2DD7B7EAE0}" dt="2026-05-12T10:52:33.927" v="1546" actId="1076"/>
          <ac:graphicFrameMkLst>
            <pc:docMk/>
            <pc:sldMk cId="261284266" sldId="270"/>
            <ac:graphicFrameMk id="5" creationId="{4ECC10B8-4A82-5BB3-0ECA-C935C5B0E86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163DEF-A4E5-1AB5-F12A-3013450942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C4436-71D8-275B-E791-0573D2385C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C8B81-678E-48D0-AB7D-62D718F65491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4F17A-F9DA-07D3-C8E7-39C1CC7AE2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8330B-F340-04C8-B748-F70FA48C04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EAF90-C620-461C-ACF3-F67A8C9EC4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5586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3CA5-7909-4BCE-89C9-261A497BB949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62D88-225A-4330-90C5-C43E3B267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4187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543C-BBBE-0619-667A-2F2CE2183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51313-B525-0AD5-48CE-A5EB1D0DA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D914B-D6C6-1FA3-858B-6AD77A9B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C080-6BAE-4F65-A290-E53C787866A2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0DC06-CBC0-BC94-F84B-B34ED0498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A92D7-9CEE-F6C7-4AC4-A26D3F97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777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9611-3DCC-B63F-5FF5-CB16548F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8E460-376E-71B4-E675-B22A753C3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85164-5E91-A186-E05D-4EE55DC22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10B1-BD2E-4600-B35B-3CB2300BDDA4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219D1-B171-4D26-048F-A65F81053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BDF6E-E6E0-24B7-EFCB-9554D978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36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FF52-E57D-28D6-231D-B61D76A7A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8DB9C-7B71-D6BF-3A43-6373D1A46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EC98-B085-4293-1F49-BE170ACD7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88297-BA66-4BCD-AED9-ABCB9DAE0E72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B5333-7F4F-CA3A-1CD3-0986B3BB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12EF5-B208-2049-8521-302C8A6B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53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DB41-5672-9B21-DFE6-9B080250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05BA-7F09-1F50-4C52-ADD21939B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80CB8-51E5-CC2F-D77C-E4024FC86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D4859-49AA-714B-18B3-FDFAC4C3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8BBE-FC06-4667-AF1E-2A5BC6BEFE27}" type="datetime1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DD9C4-2046-8895-6D86-802BAD974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C7BB6-4976-FB91-549B-6CE24799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66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A3918-F140-CE3F-BD06-6773D6EE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0C8D9-038D-05AC-C4BE-E284E425F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81CEB-C10E-5F6F-FD5A-57C2BD4F4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02CF4-42D0-13B1-2F76-44AE89E4E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C6001-52BB-075C-5A2F-DF1F9694C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7E8DBB-50C0-F485-64E2-EABFB322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AAA6-5A5F-4CAC-B0AB-15669887ADA3}" type="datetime1">
              <a:rPr lang="en-GB" smtClean="0"/>
              <a:t>12/05/2026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4A078B-322F-2577-5EC2-87C904FCA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F0645C-5CED-84A5-D893-73969470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32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49BEA-CF8D-1A78-9E5C-780033148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AA4FA-16EA-5680-08FB-22A348B8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44E6B-66FA-41A5-B511-319EE8ED4D0D}" type="datetime1">
              <a:rPr lang="en-GB" smtClean="0"/>
              <a:t>12/05/2026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DECC6-D735-0AC4-4BC4-2D53B319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36540-0568-2DB3-11F4-5FC6FB14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63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5FC5C4-281B-E255-A04A-BAF4848B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38DFB-63E6-4579-9B19-12D8F6264993}" type="datetime1">
              <a:rPr lang="en-GB" smtClean="0"/>
              <a:t>12/05/2026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9A78B-C579-0053-F3FF-0086E2A7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7FF75-A53E-F13C-46C1-A76663D8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79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0C6B-2D25-A8F0-436F-32DC44D78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3670F-F229-AFEE-7F7C-EF5DF5A20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87C8C-5BA6-51EB-FC9D-D52938C4A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BD4E2-9F50-F335-30CD-7F8BB9D9D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76836-4778-4374-8DCA-ECDE6474C0E4}" type="datetime1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E1856-9AB9-3BA8-8D50-081188F6B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43F5A-9D47-51F0-FBDA-BFFAC013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84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FAEB9-1736-401B-925E-FD6602DF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B27CD2-1DF7-C71C-EE49-C07625754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873CD-A95E-1DC7-62FD-FFF4A4FFD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D5760-B7D6-5ABA-D134-4DB98EB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722E1-EC0A-4981-A5F9-F70DFB49FDE8}" type="datetime1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8A7CA-67CA-2474-2A06-E00DEF8E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6E1CC-7602-D501-CA0C-4574C1DB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08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5A56E-7961-4ACA-7025-8713D4C6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B4ACC-3C03-D328-1B79-AADD024AF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A90DF-ED16-188D-FA79-1B01E7A8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E570-1EF2-405C-BF22-24A609986E45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08DE2-6AF6-9484-57BD-6D656BA0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1E069-A3C5-FE45-AA32-CF1F9C31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30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E638A6-4677-80B9-5997-1D8029F57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C167C-D07F-3F6F-089F-D09AF92A4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F77B9-B3D3-513A-308D-DF02F4FE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16B3-132A-4299-AB40-BE26A8C191B9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3318B-F0F4-9220-4745-D1906211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E1422-C862-D11F-F438-16B3CF02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5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EF8E9D-1C7B-87CE-51FD-5DCA8DE7E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F6A46-79C0-F94D-AC2F-882F70A54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123B5-565A-E9C3-11B0-8C0D4CB44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EAF2D-8203-47A9-B0BC-743F1AD2A628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35691-A0BE-4CCB-18EE-6D836A22F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B7A07-E716-2524-2A45-A01680E6C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F9136-FC1F-44E4-9217-931F287F0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66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3544-C590-B4BF-C26A-25570DA958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MVP Operational Plan: </a:t>
            </a:r>
            <a:r>
              <a:rPr lang="en-US" dirty="0"/>
              <a:t>A </a:t>
            </a:r>
            <a:r>
              <a:rPr lang="en-US" b="1" dirty="0"/>
              <a:t>smart weekly coaching system</a:t>
            </a:r>
            <a:r>
              <a:rPr lang="en-US" dirty="0"/>
              <a:t> with lightweight digital support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E030D-3302-60F7-1532-FD16A9A721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May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B71B2-61A1-3E1D-CFF0-D3BC8D4F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6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E22480-959D-91B6-4EB5-E76CFEB01A7A}"/>
              </a:ext>
            </a:extLst>
          </p:cNvPr>
          <p:cNvSpPr/>
          <p:nvPr/>
        </p:nvSpPr>
        <p:spPr>
          <a:xfrm>
            <a:off x="483079" y="1351472"/>
            <a:ext cx="3416061" cy="476178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FA3EF2-F23B-B4B2-8E39-07EFA6324EE9}"/>
              </a:ext>
            </a:extLst>
          </p:cNvPr>
          <p:cNvSpPr/>
          <p:nvPr/>
        </p:nvSpPr>
        <p:spPr>
          <a:xfrm>
            <a:off x="4152181" y="1153744"/>
            <a:ext cx="3416061" cy="47617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2D65D5-2D5B-CEAF-A83B-44D77223A712}"/>
              </a:ext>
            </a:extLst>
          </p:cNvPr>
          <p:cNvSpPr/>
          <p:nvPr/>
        </p:nvSpPr>
        <p:spPr>
          <a:xfrm>
            <a:off x="7937739" y="1153744"/>
            <a:ext cx="3416061" cy="476178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8D8A7-672B-1EB1-8BD9-AA58FF922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788"/>
          </a:xfrm>
        </p:spPr>
        <p:txBody>
          <a:bodyPr>
            <a:normAutofit/>
          </a:bodyPr>
          <a:lstStyle/>
          <a:p>
            <a:r>
              <a:rPr lang="en-GB" sz="3600" b="1" dirty="0"/>
              <a:t>Flexible Programs Designed Around Patient Needs</a:t>
            </a:r>
            <a:endParaRPr lang="en-GB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FF578-FF66-04DE-66D0-FA267771BCA5}"/>
              </a:ext>
            </a:extLst>
          </p:cNvPr>
          <p:cNvSpPr txBox="1"/>
          <p:nvPr/>
        </p:nvSpPr>
        <p:spPr>
          <a:xfrm>
            <a:off x="793630" y="1680281"/>
            <a:ext cx="3048000" cy="3974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 PLAN</a:t>
            </a:r>
            <a:endParaRPr lang="en-GB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Accountability Program</a:t>
            </a:r>
            <a:endParaRPr lang="en-GB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₹990/month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patients looking for lightweight accountability and structured follow-up.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Includes:</a:t>
            </a:r>
            <a:endParaRPr lang="en-GB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Daily WhatsApp check-ins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Personalized reminders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coaching call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Educational resources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Progress summaries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9470B-0BE9-221D-C541-1191B8CC684E}"/>
              </a:ext>
            </a:extLst>
          </p:cNvPr>
          <p:cNvSpPr txBox="1"/>
          <p:nvPr/>
        </p:nvSpPr>
        <p:spPr>
          <a:xfrm>
            <a:off x="4235569" y="1680281"/>
            <a:ext cx="3720861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COMPREHENSIVE PLAN</a:t>
            </a:r>
            <a:endParaRPr lang="en-GB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Structured Coaching Program</a:t>
            </a:r>
            <a:endParaRPr lang="en-GB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₹1,990/month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patients looking for personalized lifestyle support.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Includes:</a:t>
            </a:r>
            <a:endParaRPr lang="en-GB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Everything in Basic, plus: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Personalized nutrition plan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Personalized movement guidance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Initial onboarding session </a:t>
            </a:r>
          </a:p>
          <a:p>
            <a:pPr>
              <a:buNone/>
            </a:pP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Bi-weekly coaching follow-ups </a:t>
            </a:r>
            <a:endParaRPr lang="en-GB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6ADBB6-7C4A-6816-BCCE-BAFEE36DD7AC}"/>
              </a:ext>
            </a:extLst>
          </p:cNvPr>
          <p:cNvSpPr txBox="1"/>
          <p:nvPr/>
        </p:nvSpPr>
        <p:spPr>
          <a:xfrm>
            <a:off x="8413629" y="1680281"/>
            <a:ext cx="2714445" cy="3339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PREMIUM PLAN</a:t>
            </a:r>
            <a:endParaRPr lang="en-GB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Advanced Monitoring Program</a:t>
            </a:r>
            <a:endParaRPr lang="en-GB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₹3,990/month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patients requiring closer monitoring and higher-touch support.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Includes:</a:t>
            </a:r>
            <a:endParaRPr lang="en-GB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Everything in Comprehensive, plus: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Glucose tracking support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Higher-frequency follow-ups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Advanced progress reviews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Priority support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0D41F9F-557C-E484-EEBA-D4C92CF4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543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BC681-07F8-5E75-7745-E946C322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3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A2BA84-F6AF-1EDE-0749-1261432E117B}"/>
              </a:ext>
            </a:extLst>
          </p:cNvPr>
          <p:cNvSpPr txBox="1">
            <a:spLocks/>
          </p:cNvSpPr>
          <p:nvPr/>
        </p:nvSpPr>
        <p:spPr>
          <a:xfrm>
            <a:off x="1524000" y="179522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The Basic Plan</a:t>
            </a:r>
          </a:p>
        </p:txBody>
      </p:sp>
    </p:spTree>
    <p:extLst>
      <p:ext uri="{BB962C8B-B14F-4D97-AF65-F5344CB8AC3E}">
        <p14:creationId xmlns:p14="http://schemas.microsoft.com/office/powerpoint/2010/main" val="307404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CEF3-D32E-FCFA-EDB5-3EB9BD5A1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Basic Plan: </a:t>
            </a:r>
            <a:r>
              <a:rPr lang="en-GB" dirty="0"/>
              <a:t>Operational Steps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816BD-C1DF-46E9-A19A-EB908A3B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4</a:t>
            </a:fld>
            <a:endParaRPr lang="en-GB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7B1509C-A489-3A8B-6FFF-CC4F6A6FDDAE}"/>
              </a:ext>
            </a:extLst>
          </p:cNvPr>
          <p:cNvSpPr/>
          <p:nvPr/>
        </p:nvSpPr>
        <p:spPr>
          <a:xfrm>
            <a:off x="304800" y="1702190"/>
            <a:ext cx="2725947" cy="1092769"/>
          </a:xfrm>
          <a:prstGeom prst="homePlat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Onboarding (Day 0)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7AF1FBEF-A159-A424-879D-723FE3CE1C4F}"/>
              </a:ext>
            </a:extLst>
          </p:cNvPr>
          <p:cNvSpPr/>
          <p:nvPr/>
        </p:nvSpPr>
        <p:spPr>
          <a:xfrm>
            <a:off x="5543909" y="1690687"/>
            <a:ext cx="3128514" cy="1115773"/>
          </a:xfrm>
          <a:prstGeom prst="chevron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Daily Prompts to monitor progress  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E1BD439B-40A7-AEB1-5A86-F443F3ED0832}"/>
              </a:ext>
            </a:extLst>
          </p:cNvPr>
          <p:cNvSpPr/>
          <p:nvPr/>
        </p:nvSpPr>
        <p:spPr>
          <a:xfrm>
            <a:off x="8758686" y="1690688"/>
            <a:ext cx="3128514" cy="1115773"/>
          </a:xfrm>
          <a:prstGeom prst="chevron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Weekly interpretation and fine tuning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61EAB1-979F-8FFD-85E9-5EF71F645AA6}"/>
              </a:ext>
            </a:extLst>
          </p:cNvPr>
          <p:cNvSpPr txBox="1"/>
          <p:nvPr/>
        </p:nvSpPr>
        <p:spPr>
          <a:xfrm>
            <a:off x="304800" y="2908213"/>
            <a:ext cx="2306129" cy="573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20-30 mins onboarding call with the </a:t>
            </a:r>
            <a:r>
              <a:rPr lang="en-US" sz="1400" b="1" dirty="0"/>
              <a:t>Care Coordinator</a:t>
            </a:r>
            <a:endParaRPr lang="en-GB" sz="1400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0825DA-E7C7-BE60-63D6-15DAE2C086AE}"/>
              </a:ext>
            </a:extLst>
          </p:cNvPr>
          <p:cNvSpPr txBox="1"/>
          <p:nvPr/>
        </p:nvSpPr>
        <p:spPr>
          <a:xfrm>
            <a:off x="437071" y="3545881"/>
            <a:ext cx="18748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dirty="0"/>
              <a:t>Coordinator asks: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/>
              <a:t>current weight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/>
              <a:t>diabetes?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/>
              <a:t>medications?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/>
              <a:t>biggest struggle?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/>
              <a:t>goal?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/>
              <a:t>eating pattern?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/>
              <a:t>activity level?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D2AEB6-2A44-D031-4195-8E269DCFE523}"/>
              </a:ext>
            </a:extLst>
          </p:cNvPr>
          <p:cNvSpPr txBox="1"/>
          <p:nvPr/>
        </p:nvSpPr>
        <p:spPr>
          <a:xfrm>
            <a:off x="2549105" y="2976179"/>
            <a:ext cx="26152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i="1" dirty="0"/>
              <a:t>Based on behavioral pattern and goals, Care Coordinator shares a simple plan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28712E-DBD1-BF76-FD9F-E97A10B8442B}"/>
              </a:ext>
            </a:extLst>
          </p:cNvPr>
          <p:cNvSpPr txBox="1"/>
          <p:nvPr/>
        </p:nvSpPr>
        <p:spPr>
          <a:xfrm>
            <a:off x="5745192" y="3280228"/>
            <a:ext cx="27432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Example:</a:t>
            </a:r>
          </a:p>
          <a:p>
            <a:pPr>
              <a:buNone/>
            </a:pPr>
            <a:r>
              <a:rPr lang="en-US" sz="1100" dirty="0"/>
              <a:t>Hi Rahul 👋</a:t>
            </a:r>
            <a:br>
              <a:rPr lang="en-US" sz="1100" dirty="0"/>
            </a:br>
            <a:r>
              <a:rPr lang="en-US" sz="1100" dirty="0"/>
              <a:t>Quick check-in for today:</a:t>
            </a:r>
          </a:p>
          <a:p>
            <a:pPr>
              <a:buFont typeface="+mj-lt"/>
              <a:buAutoNum type="arabicPeriod"/>
            </a:pPr>
            <a:r>
              <a:rPr lang="en-US" sz="1100" b="1" dirty="0"/>
              <a:t>How closely did you follow your plan today? (sliding scale of 0-100)</a:t>
            </a:r>
            <a:br>
              <a:rPr lang="en-US" sz="1100" dirty="0"/>
            </a:br>
            <a:r>
              <a:rPr lang="en-US" sz="1100" dirty="0"/>
              <a:t>🟢 Fully</a:t>
            </a:r>
            <a:br>
              <a:rPr lang="en-US" sz="1100" dirty="0"/>
            </a:br>
            <a:r>
              <a:rPr lang="en-US" sz="1100" dirty="0"/>
              <a:t>🟡 Mostly</a:t>
            </a:r>
            <a:br>
              <a:rPr lang="en-US" sz="1100" dirty="0"/>
            </a:br>
            <a:r>
              <a:rPr lang="en-US" sz="1100" dirty="0"/>
              <a:t>🔴 Struggled</a:t>
            </a:r>
          </a:p>
          <a:p>
            <a:pPr>
              <a:buFont typeface="+mj-lt"/>
              <a:buAutoNum type="arabicPeriod"/>
            </a:pPr>
            <a:r>
              <a:rPr lang="en-US" sz="1100" b="1" dirty="0"/>
              <a:t>What was hardest today?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cravings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stress eating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eating outside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low motivation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hunger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poor sleep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busy schedule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other</a:t>
            </a:r>
          </a:p>
          <a:p>
            <a:pPr>
              <a:buFont typeface="+mj-lt"/>
              <a:buAutoNum type="arabicPeriod" startAt="3"/>
            </a:pPr>
            <a:r>
              <a:rPr lang="en-US" sz="1100" b="1" dirty="0"/>
              <a:t>Energy today?</a:t>
            </a:r>
            <a:br>
              <a:rPr lang="en-US" sz="1100" dirty="0"/>
            </a:br>
            <a:r>
              <a:rPr lang="en-US" sz="1100" dirty="0"/>
              <a:t>⚡ Good</a:t>
            </a:r>
            <a:br>
              <a:rPr lang="en-US" sz="1100" dirty="0"/>
            </a:br>
            <a:r>
              <a:rPr lang="en-US" sz="1100" dirty="0"/>
              <a:t>🟡 Average</a:t>
            </a:r>
            <a:br>
              <a:rPr lang="en-US" sz="1100" dirty="0"/>
            </a:br>
            <a:r>
              <a:rPr lang="en-US" sz="1100" dirty="0"/>
              <a:t>🔴 Low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E98963BE-3B17-74A5-48AC-EB5495773AD5}"/>
              </a:ext>
            </a:extLst>
          </p:cNvPr>
          <p:cNvSpPr/>
          <p:nvPr/>
        </p:nvSpPr>
        <p:spPr>
          <a:xfrm>
            <a:off x="2616678" y="1679186"/>
            <a:ext cx="3128514" cy="1115773"/>
          </a:xfrm>
          <a:prstGeom prst="chevron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 simple plan to achieve defined goals (Day 1)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2364CD9-9173-9565-B4FE-66912BFD2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532100"/>
              </p:ext>
            </p:extLst>
          </p:nvPr>
        </p:nvGraphicFramePr>
        <p:xfrm>
          <a:off x="2549105" y="3778158"/>
          <a:ext cx="3233468" cy="1554480"/>
        </p:xfrm>
        <a:graphic>
          <a:graphicData uri="http://schemas.openxmlformats.org/drawingml/2006/table">
            <a:tbl>
              <a:tblPr/>
              <a:tblGrid>
                <a:gridCol w="1616734">
                  <a:extLst>
                    <a:ext uri="{9D8B030D-6E8A-4147-A177-3AD203B41FA5}">
                      <a16:colId xmlns:a16="http://schemas.microsoft.com/office/drawing/2014/main" val="1500805852"/>
                    </a:ext>
                  </a:extLst>
                </a:gridCol>
                <a:gridCol w="1616734">
                  <a:extLst>
                    <a:ext uri="{9D8B030D-6E8A-4147-A177-3AD203B41FA5}">
                      <a16:colId xmlns:a16="http://schemas.microsoft.com/office/drawing/2014/main" val="2791268825"/>
                    </a:ext>
                  </a:extLst>
                </a:gridCol>
              </a:tblGrid>
              <a:tr h="25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/>
                        <a:t>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990135"/>
                  </a:ext>
                </a:extLst>
              </a:tr>
              <a:tr h="25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-2 Kgs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534558"/>
                  </a:ext>
                </a:extLst>
              </a:tr>
              <a:tr h="25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Waist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-1 inch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747146"/>
                  </a:ext>
                </a:extLst>
              </a:tr>
              <a:tr h="25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Reduce sugar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420089"/>
                  </a:ext>
                </a:extLst>
              </a:tr>
              <a:tr h="25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Biggest challenge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Cravings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18364"/>
                  </a:ext>
                </a:extLst>
              </a:tr>
              <a:tr h="25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Primary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Evening eating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18309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F7CD969-FFFA-3DDC-9CDC-5802E8115C30}"/>
              </a:ext>
            </a:extLst>
          </p:cNvPr>
          <p:cNvSpPr txBox="1"/>
          <p:nvPr/>
        </p:nvSpPr>
        <p:spPr>
          <a:xfrm>
            <a:off x="5562600" y="2806460"/>
            <a:ext cx="2858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Care Coordinator sends automated messages every evening (7–9 PM)</a:t>
            </a:r>
            <a:endParaRPr lang="en-GB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0FE14-ACEB-E760-8DD1-1EF47BF9AFC0}"/>
              </a:ext>
            </a:extLst>
          </p:cNvPr>
          <p:cNvSpPr txBox="1"/>
          <p:nvPr/>
        </p:nvSpPr>
        <p:spPr>
          <a:xfrm>
            <a:off x="8758686" y="2812095"/>
            <a:ext cx="31285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/>
              <a:t>Care Coordinator reviews dashboard every Friday </a:t>
            </a:r>
            <a:endParaRPr lang="en-GB" sz="1100" b="1" i="1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D4FAD74-D405-2F7B-CB0C-54293FBBD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911197"/>
              </p:ext>
            </p:extLst>
          </p:nvPr>
        </p:nvGraphicFramePr>
        <p:xfrm>
          <a:off x="9082175" y="3190491"/>
          <a:ext cx="2595114" cy="1524536"/>
        </p:xfrm>
        <a:graphic>
          <a:graphicData uri="http://schemas.openxmlformats.org/drawingml/2006/table">
            <a:tbl>
              <a:tblPr/>
              <a:tblGrid>
                <a:gridCol w="1297557">
                  <a:extLst>
                    <a:ext uri="{9D8B030D-6E8A-4147-A177-3AD203B41FA5}">
                      <a16:colId xmlns:a16="http://schemas.microsoft.com/office/drawing/2014/main" val="2937793690"/>
                    </a:ext>
                  </a:extLst>
                </a:gridCol>
                <a:gridCol w="1297557">
                  <a:extLst>
                    <a:ext uri="{9D8B030D-6E8A-4147-A177-3AD203B41FA5}">
                      <a16:colId xmlns:a16="http://schemas.microsoft.com/office/drawing/2014/main" val="3367539376"/>
                    </a:ext>
                  </a:extLst>
                </a:gridCol>
              </a:tblGrid>
              <a:tr h="27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/>
                        <a:t>Signal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097405"/>
                  </a:ext>
                </a:extLst>
              </a:tr>
              <a:tr h="27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many red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poor adherence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05603"/>
                  </a:ext>
                </a:extLst>
              </a:tr>
              <a:tr h="324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cravings repeatedly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meal structure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057320"/>
                  </a:ext>
                </a:extLst>
              </a:tr>
              <a:tr h="27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low energy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too aggressive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760685"/>
                  </a:ext>
                </a:extLst>
              </a:tr>
              <a:tr h="27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weekend failures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social eating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06013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7978882-74B4-ED46-E303-74CACAF2C5B9}"/>
              </a:ext>
            </a:extLst>
          </p:cNvPr>
          <p:cNvSpPr txBox="1"/>
          <p:nvPr/>
        </p:nvSpPr>
        <p:spPr>
          <a:xfrm>
            <a:off x="8758686" y="4750891"/>
            <a:ext cx="31285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/>
              <a:t>And provides curated guidance </a:t>
            </a:r>
            <a:endParaRPr lang="en-GB" sz="1100" b="1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F1B36F-57D4-32CA-EC18-27B76DB2B0B2}"/>
              </a:ext>
            </a:extLst>
          </p:cNvPr>
          <p:cNvSpPr txBox="1"/>
          <p:nvPr/>
        </p:nvSpPr>
        <p:spPr>
          <a:xfrm>
            <a:off x="8758686" y="4918110"/>
            <a:ext cx="35080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/>
              <a:t>Example:</a:t>
            </a:r>
          </a:p>
          <a:p>
            <a:pPr>
              <a:buNone/>
            </a:pPr>
            <a:r>
              <a:rPr lang="en-US" sz="1200" dirty="0"/>
              <a:t>“Main challenge this week was evening cravings and inconsistent dinners.</a:t>
            </a:r>
          </a:p>
          <a:p>
            <a:pPr>
              <a:buNone/>
            </a:pPr>
            <a:r>
              <a:rPr lang="en-US" sz="1200" dirty="0"/>
              <a:t>Next week focus: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protein-rich evening snack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short post-dinner walk”</a:t>
            </a:r>
          </a:p>
        </p:txBody>
      </p:sp>
    </p:spTree>
    <p:extLst>
      <p:ext uri="{BB962C8B-B14F-4D97-AF65-F5344CB8AC3E}">
        <p14:creationId xmlns:p14="http://schemas.microsoft.com/office/powerpoint/2010/main" val="3283913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CD77D-CF9D-1A95-1508-1EE3CF538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97573" cy="1325563"/>
          </a:xfrm>
        </p:spPr>
        <p:txBody>
          <a:bodyPr/>
          <a:lstStyle/>
          <a:p>
            <a:r>
              <a:rPr lang="en-GB" b="1" dirty="0"/>
              <a:t>The Basic Plan: </a:t>
            </a:r>
            <a:r>
              <a:rPr lang="en-GB" dirty="0"/>
              <a:t>Dashboard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2EDBF-D25A-E4FF-2183-4F8F3915A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5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295EA-351D-56B4-05C2-1D344ABA33F1}"/>
              </a:ext>
            </a:extLst>
          </p:cNvPr>
          <p:cNvSpPr txBox="1"/>
          <p:nvPr/>
        </p:nvSpPr>
        <p:spPr>
          <a:xfrm>
            <a:off x="4623757" y="11946"/>
            <a:ext cx="9420046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SECTION 1 — TODAY STATUS</a:t>
            </a:r>
          </a:p>
          <a:p>
            <a:pPr>
              <a:buNone/>
            </a:pPr>
            <a:r>
              <a:rPr lang="en-US" sz="1000" dirty="0"/>
              <a:t>Example:</a:t>
            </a:r>
          </a:p>
          <a:p>
            <a:pPr>
              <a:buNone/>
            </a:pPr>
            <a:r>
              <a:rPr lang="en-US" sz="1000" dirty="0"/>
              <a:t>“5 consistent days this week 👏”</a:t>
            </a:r>
          </a:p>
          <a:p>
            <a:pPr>
              <a:buNone/>
            </a:pPr>
            <a:r>
              <a:rPr lang="en-US" sz="1000" dirty="0"/>
              <a:t>Today’s focus: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protein breakfast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20-min walk </a:t>
            </a:r>
          </a:p>
          <a:p>
            <a:pPr>
              <a:buNone/>
            </a:pPr>
            <a:br>
              <a:rPr lang="en-US" sz="1000" dirty="0"/>
            </a:br>
            <a:r>
              <a:rPr lang="en-US" sz="1000" b="1" dirty="0"/>
              <a:t>SECTION 2 — PROGRESS</a:t>
            </a:r>
          </a:p>
          <a:p>
            <a:pPr>
              <a:buNone/>
            </a:pPr>
            <a:r>
              <a:rPr lang="en-US" sz="1000" dirty="0"/>
              <a:t>ONLY 3 CARDS</a:t>
            </a:r>
          </a:p>
          <a:p>
            <a:pPr>
              <a:buNone/>
            </a:pPr>
            <a:br>
              <a:rPr lang="en-US" sz="1000" dirty="0"/>
            </a:br>
            <a:r>
              <a:rPr lang="en-US" sz="1000" b="1" dirty="0"/>
              <a:t>CARD 1 — WEIGHT</a:t>
            </a:r>
          </a:p>
          <a:p>
            <a:pPr>
              <a:buNone/>
            </a:pPr>
            <a:r>
              <a:rPr lang="en-US" sz="1000" dirty="0"/>
              <a:t>Simple line graph.</a:t>
            </a:r>
          </a:p>
          <a:p>
            <a:pPr>
              <a:buNone/>
            </a:pPr>
            <a:r>
              <a:rPr lang="en-US" sz="1000" dirty="0"/>
              <a:t>X-axis:</a:t>
            </a:r>
            <a:br>
              <a:rPr lang="en-US" sz="1000" dirty="0"/>
            </a:br>
            <a:r>
              <a:rPr lang="en-US" sz="1000" dirty="0"/>
              <a:t>days</a:t>
            </a:r>
          </a:p>
          <a:p>
            <a:pPr>
              <a:buNone/>
            </a:pPr>
            <a:r>
              <a:rPr lang="en-US" sz="1000" dirty="0"/>
              <a:t>Y-axis:</a:t>
            </a:r>
            <a:br>
              <a:rPr lang="en-US" sz="1000" dirty="0"/>
            </a:br>
            <a:r>
              <a:rPr lang="en-US" sz="1000" dirty="0"/>
              <a:t>weight</a:t>
            </a:r>
          </a:p>
          <a:p>
            <a:pPr>
              <a:buNone/>
            </a:pPr>
            <a:r>
              <a:rPr lang="en-US" sz="1000" dirty="0"/>
              <a:t>That’s it.</a:t>
            </a:r>
          </a:p>
          <a:p>
            <a:pPr>
              <a:buNone/>
            </a:pPr>
            <a:r>
              <a:rPr lang="en-US" sz="1000" dirty="0"/>
              <a:t>No fancy analytics.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1000" b="1" dirty="0"/>
              <a:t>CARD 2 — CONSISTENCY SCORE</a:t>
            </a:r>
          </a:p>
          <a:p>
            <a:pPr>
              <a:buNone/>
            </a:pPr>
            <a:r>
              <a:rPr lang="en-US" sz="1000" dirty="0"/>
              <a:t>Big circle:</a:t>
            </a:r>
            <a:br>
              <a:rPr lang="en-US" sz="1000" dirty="0"/>
            </a:br>
            <a:r>
              <a:rPr lang="en-US" sz="1000" dirty="0"/>
              <a:t>“74% consistency this week”</a:t>
            </a:r>
          </a:p>
          <a:p>
            <a:pPr>
              <a:buNone/>
            </a:pPr>
            <a:r>
              <a:rPr lang="en-US" sz="1000" dirty="0"/>
              <a:t>Based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daily responses </a:t>
            </a:r>
          </a:p>
          <a:p>
            <a:pPr>
              <a:buNone/>
            </a:pPr>
            <a:r>
              <a:rPr lang="en-US" sz="1000" dirty="0"/>
              <a:t>Simple.</a:t>
            </a:r>
          </a:p>
          <a:p>
            <a:pPr>
              <a:buNone/>
            </a:pPr>
            <a:br>
              <a:rPr lang="en-US" sz="1000" dirty="0"/>
            </a:br>
            <a:endParaRPr lang="en-US" sz="1000" dirty="0"/>
          </a:p>
          <a:p>
            <a:pPr>
              <a:buNone/>
            </a:pPr>
            <a:r>
              <a:rPr lang="en-US" sz="1000" b="1" dirty="0"/>
              <a:t>CARD 3 — ENERGY TREND</a:t>
            </a:r>
          </a:p>
          <a:p>
            <a:pPr>
              <a:buNone/>
            </a:pPr>
            <a:r>
              <a:rPr lang="en-US" sz="1000" dirty="0"/>
              <a:t>Very small graph: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medium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high </a:t>
            </a:r>
          </a:p>
          <a:p>
            <a:pPr>
              <a:buNone/>
            </a:pPr>
            <a:r>
              <a:rPr lang="en-US" sz="1000" dirty="0"/>
              <a:t>This matters emotionally.</a:t>
            </a:r>
          </a:p>
          <a:p>
            <a:pPr>
              <a:buNone/>
            </a:pPr>
            <a:br>
              <a:rPr lang="en-US" sz="1000" dirty="0"/>
            </a:br>
            <a:endParaRPr lang="en-US" sz="1000" dirty="0"/>
          </a:p>
          <a:p>
            <a:pPr>
              <a:buNone/>
            </a:pPr>
            <a:r>
              <a:rPr lang="en-US" sz="1000" b="1" dirty="0"/>
              <a:t>SECTION 3 — WEEKLY INSIGHT</a:t>
            </a:r>
          </a:p>
          <a:p>
            <a:pPr>
              <a:buNone/>
            </a:pPr>
            <a:r>
              <a:rPr lang="en-US" sz="1000" dirty="0"/>
              <a:t>MOST IMPORTANT SECTION.</a:t>
            </a:r>
          </a:p>
          <a:p>
            <a:pPr>
              <a:buNone/>
            </a:pPr>
            <a:r>
              <a:rPr lang="en-US" sz="1000" dirty="0"/>
              <a:t>Written manually by coach.</a:t>
            </a:r>
          </a:p>
          <a:p>
            <a:pPr>
              <a:buNone/>
            </a:pPr>
            <a:br>
              <a:rPr lang="en-US" sz="1000" dirty="0"/>
            </a:br>
            <a:endParaRPr lang="en-US" sz="1000" dirty="0"/>
          </a:p>
          <a:p>
            <a:pPr>
              <a:buNone/>
            </a:pPr>
            <a:r>
              <a:rPr lang="en-US" sz="1000" b="1" dirty="0"/>
              <a:t>SECTION 4 — NEXT CHECK-IN</a:t>
            </a:r>
          </a:p>
          <a:p>
            <a:pPr>
              <a:buNone/>
            </a:pPr>
            <a:r>
              <a:rPr lang="en-US" sz="1000" dirty="0"/>
              <a:t>“Coach review:</a:t>
            </a:r>
            <a:br>
              <a:rPr lang="en-US" sz="1000" dirty="0"/>
            </a:br>
            <a:r>
              <a:rPr lang="en-US" sz="1000" dirty="0"/>
              <a:t>Sunday 6 PM”</a:t>
            </a:r>
          </a:p>
        </p:txBody>
      </p:sp>
    </p:spTree>
    <p:extLst>
      <p:ext uri="{BB962C8B-B14F-4D97-AF65-F5344CB8AC3E}">
        <p14:creationId xmlns:p14="http://schemas.microsoft.com/office/powerpoint/2010/main" val="2462826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87909-343D-1851-EEEB-0096B474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BFD19-FE36-DBCB-66DC-3A8B209A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6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689985-EBEF-7129-8F8C-B0E2BECFA69D}"/>
              </a:ext>
            </a:extLst>
          </p:cNvPr>
          <p:cNvSpPr txBox="1">
            <a:spLocks/>
          </p:cNvSpPr>
          <p:nvPr/>
        </p:nvSpPr>
        <p:spPr>
          <a:xfrm>
            <a:off x="1524000" y="179522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The Comprehensive Plan</a:t>
            </a:r>
          </a:p>
        </p:txBody>
      </p:sp>
    </p:spTree>
    <p:extLst>
      <p:ext uri="{BB962C8B-B14F-4D97-AF65-F5344CB8AC3E}">
        <p14:creationId xmlns:p14="http://schemas.microsoft.com/office/powerpoint/2010/main" val="194682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FBAC1-EEFA-9554-A264-908CBFEAF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A337-3CC8-F1F2-C6AF-E3035E22D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5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The Comprehensive Plan: Operational Steps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9FDA3-DC2F-D36C-89A6-B9C2E2C6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7</a:t>
            </a:fld>
            <a:endParaRPr lang="en-GB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6346D13-8F98-05DD-CB8D-2A47749E63D6}"/>
              </a:ext>
            </a:extLst>
          </p:cNvPr>
          <p:cNvSpPr/>
          <p:nvPr/>
        </p:nvSpPr>
        <p:spPr>
          <a:xfrm>
            <a:off x="346635" y="926273"/>
            <a:ext cx="2725947" cy="109276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Onboarding (Day 0)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9F7B07C8-E20A-500D-AC5A-F84B43D326C3}"/>
              </a:ext>
            </a:extLst>
          </p:cNvPr>
          <p:cNvSpPr/>
          <p:nvPr/>
        </p:nvSpPr>
        <p:spPr>
          <a:xfrm>
            <a:off x="5585744" y="914770"/>
            <a:ext cx="3128514" cy="1115773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Daily Prompts to monitor progress  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BF675616-0026-925E-F751-6B940E77981A}"/>
              </a:ext>
            </a:extLst>
          </p:cNvPr>
          <p:cNvSpPr/>
          <p:nvPr/>
        </p:nvSpPr>
        <p:spPr>
          <a:xfrm>
            <a:off x="8800521" y="914771"/>
            <a:ext cx="3128514" cy="1115773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Weekly interpretation and guidance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8B1F1-B1EE-BEAC-EAFC-92792381D95F}"/>
              </a:ext>
            </a:extLst>
          </p:cNvPr>
          <p:cNvSpPr txBox="1"/>
          <p:nvPr/>
        </p:nvSpPr>
        <p:spPr>
          <a:xfrm>
            <a:off x="346635" y="2132296"/>
            <a:ext cx="2306129" cy="1068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60 mins onboarding call with Dietician and Care Coordinator to define a personalized playbook</a:t>
            </a:r>
            <a:endParaRPr lang="en-GB" sz="1400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0931EE-7246-D82F-4B07-6E32D202FAC5}"/>
              </a:ext>
            </a:extLst>
          </p:cNvPr>
          <p:cNvSpPr txBox="1"/>
          <p:nvPr/>
        </p:nvSpPr>
        <p:spPr>
          <a:xfrm>
            <a:off x="2590940" y="2200262"/>
            <a:ext cx="26152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i="1" dirty="0"/>
              <a:t>Dietician develops a personalized playbook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CF9D28CC-E2B0-6804-0B8F-18B98DD91149}"/>
              </a:ext>
            </a:extLst>
          </p:cNvPr>
          <p:cNvSpPr/>
          <p:nvPr/>
        </p:nvSpPr>
        <p:spPr>
          <a:xfrm>
            <a:off x="2658513" y="903269"/>
            <a:ext cx="3128514" cy="1115773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 personalized playbook to achieve defined goals (Day 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0119BC-08D9-B5E2-E1BE-B46EB1CF3F90}"/>
              </a:ext>
            </a:extLst>
          </p:cNvPr>
          <p:cNvSpPr txBox="1"/>
          <p:nvPr/>
        </p:nvSpPr>
        <p:spPr>
          <a:xfrm>
            <a:off x="5604435" y="2030543"/>
            <a:ext cx="2858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Care Agent sends automated messages every evening (7–9 PM)</a:t>
            </a:r>
            <a:endParaRPr lang="en-GB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B9E561-792D-208C-8D28-0B09FA4D56AD}"/>
              </a:ext>
            </a:extLst>
          </p:cNvPr>
          <p:cNvSpPr txBox="1"/>
          <p:nvPr/>
        </p:nvSpPr>
        <p:spPr>
          <a:xfrm>
            <a:off x="8800521" y="2036178"/>
            <a:ext cx="31285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/>
              <a:t>Dietician reviews dashboard every Friday </a:t>
            </a:r>
            <a:endParaRPr lang="en-GB" sz="1100" b="1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39F3EB-3B64-0E83-D7C4-F443624407A5}"/>
              </a:ext>
            </a:extLst>
          </p:cNvPr>
          <p:cNvSpPr txBox="1"/>
          <p:nvPr/>
        </p:nvSpPr>
        <p:spPr>
          <a:xfrm>
            <a:off x="8800521" y="4249888"/>
            <a:ext cx="31285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/>
              <a:t>And provides curated guidance </a:t>
            </a:r>
            <a:endParaRPr lang="en-GB" sz="1100" b="1" i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139E55-0E64-5A28-4DC3-6C65B6181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64270"/>
              </p:ext>
            </p:extLst>
          </p:nvPr>
        </p:nvGraphicFramePr>
        <p:xfrm>
          <a:off x="2835356" y="2817665"/>
          <a:ext cx="2019260" cy="2314617"/>
        </p:xfrm>
        <a:graphic>
          <a:graphicData uri="http://schemas.openxmlformats.org/drawingml/2006/table">
            <a:tbl>
              <a:tblPr/>
              <a:tblGrid>
                <a:gridCol w="1009630">
                  <a:extLst>
                    <a:ext uri="{9D8B030D-6E8A-4147-A177-3AD203B41FA5}">
                      <a16:colId xmlns:a16="http://schemas.microsoft.com/office/drawing/2014/main" val="1132512045"/>
                    </a:ext>
                  </a:extLst>
                </a:gridCol>
                <a:gridCol w="1009630">
                  <a:extLst>
                    <a:ext uri="{9D8B030D-6E8A-4147-A177-3AD203B41FA5}">
                      <a16:colId xmlns:a16="http://schemas.microsoft.com/office/drawing/2014/main" val="20272596"/>
                    </a:ext>
                  </a:extLst>
                </a:gridCol>
              </a:tblGrid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553138"/>
                  </a:ext>
                </a:extLst>
              </a:tr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biggest trigger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late-night hunger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724829"/>
                  </a:ext>
                </a:extLst>
              </a:tr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eating 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skips breakfast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066284"/>
                  </a:ext>
                </a:extLst>
              </a:tr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movement 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5k 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020853"/>
                  </a:ext>
                </a:extLst>
              </a:tr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sleep 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before midnight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466181"/>
                  </a:ext>
                </a:extLst>
              </a:tr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glucose 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fasting under 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60887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25B3370-5896-2A65-19E7-7BE5A58865F8}"/>
              </a:ext>
            </a:extLst>
          </p:cNvPr>
          <p:cNvSpPr txBox="1"/>
          <p:nvPr/>
        </p:nvSpPr>
        <p:spPr>
          <a:xfrm>
            <a:off x="5690350" y="2166983"/>
            <a:ext cx="2758280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050" dirty="0"/>
              <a:t>Example: </a:t>
            </a:r>
          </a:p>
          <a:p>
            <a:pPr>
              <a:buNone/>
            </a:pPr>
            <a:r>
              <a:rPr lang="en-GB" sz="1050" dirty="0"/>
              <a:t>Hi Rahul 👋</a:t>
            </a:r>
            <a:br>
              <a:rPr lang="en-GB" sz="1050" dirty="0"/>
            </a:br>
            <a:r>
              <a:rPr lang="en-GB" sz="1050" dirty="0"/>
              <a:t>Quick check-in:</a:t>
            </a:r>
          </a:p>
          <a:p>
            <a:pPr>
              <a:buFont typeface="+mj-lt"/>
              <a:buAutoNum type="arabicPeriod"/>
            </a:pPr>
            <a:r>
              <a:rPr lang="en-GB" sz="1050" b="1" dirty="0"/>
              <a:t>Nutrition consistency today? (sliding scale of 0-100)</a:t>
            </a:r>
            <a:br>
              <a:rPr lang="en-GB" sz="1050" dirty="0"/>
            </a:br>
            <a:r>
              <a:rPr lang="en-GB" sz="1050" dirty="0"/>
              <a:t>🟢 Fully</a:t>
            </a:r>
            <a:br>
              <a:rPr lang="en-GB" sz="1050" dirty="0"/>
            </a:br>
            <a:r>
              <a:rPr lang="en-GB" sz="1050" dirty="0"/>
              <a:t>🟡 Mostly</a:t>
            </a:r>
            <a:br>
              <a:rPr lang="en-GB" sz="1050" dirty="0"/>
            </a:br>
            <a:r>
              <a:rPr lang="en-GB" sz="1050" dirty="0"/>
              <a:t>🔴 Struggled</a:t>
            </a:r>
          </a:p>
          <a:p>
            <a:pPr>
              <a:buFont typeface="+mj-lt"/>
              <a:buAutoNum type="arabicPeriod"/>
            </a:pPr>
            <a:r>
              <a:rPr lang="en-GB" sz="1050" b="1" dirty="0"/>
              <a:t>Activity completed? (sliding scale of 0-100)</a:t>
            </a:r>
            <a:br>
              <a:rPr lang="en-GB" sz="1050" dirty="0"/>
            </a:br>
            <a:r>
              <a:rPr lang="en-GB" sz="1050" dirty="0"/>
              <a:t>✅ Yes</a:t>
            </a:r>
            <a:br>
              <a:rPr lang="en-GB" sz="1050" dirty="0"/>
            </a:br>
            <a:r>
              <a:rPr lang="en-GB" sz="1050" dirty="0"/>
              <a:t>🟡 Partial</a:t>
            </a:r>
            <a:br>
              <a:rPr lang="en-GB" sz="1050" dirty="0"/>
            </a:br>
            <a:r>
              <a:rPr lang="en-GB" sz="1050" dirty="0"/>
              <a:t>🔴 No</a:t>
            </a:r>
          </a:p>
          <a:p>
            <a:pPr>
              <a:buFont typeface="+mj-lt"/>
              <a:buAutoNum type="arabicPeriod"/>
            </a:pPr>
            <a:r>
              <a:rPr lang="en-GB" sz="1050" b="1" dirty="0"/>
              <a:t>Hunger/cravings today? (sliding scale of 0-100)</a:t>
            </a:r>
            <a:br>
              <a:rPr lang="en-GB" sz="1050" dirty="0"/>
            </a:br>
            <a:r>
              <a:rPr lang="en-GB" sz="1050" dirty="0"/>
              <a:t>🟢 Low</a:t>
            </a:r>
            <a:br>
              <a:rPr lang="en-GB" sz="1050" dirty="0"/>
            </a:br>
            <a:r>
              <a:rPr lang="en-GB" sz="1050" dirty="0"/>
              <a:t>🟡 Moderate</a:t>
            </a:r>
            <a:br>
              <a:rPr lang="en-GB" sz="1050" dirty="0"/>
            </a:br>
            <a:r>
              <a:rPr lang="en-GB" sz="1050" dirty="0"/>
              <a:t>🔴 High</a:t>
            </a:r>
          </a:p>
          <a:p>
            <a:pPr>
              <a:buFont typeface="+mj-lt"/>
              <a:buAutoNum type="arabicPeriod"/>
            </a:pPr>
            <a:r>
              <a:rPr lang="en-GB" sz="1050" dirty="0"/>
              <a:t>Energy today? (sliding scale of 0-100)</a:t>
            </a:r>
            <a:br>
              <a:rPr lang="en-GB" sz="1050" dirty="0"/>
            </a:br>
            <a:r>
              <a:rPr lang="en-GB" sz="1050" dirty="0"/>
              <a:t>⚡ Good</a:t>
            </a:r>
            <a:br>
              <a:rPr lang="en-GB" sz="1050" dirty="0"/>
            </a:br>
            <a:r>
              <a:rPr lang="en-GB" sz="1050" dirty="0"/>
              <a:t>🟡 Average</a:t>
            </a:r>
            <a:br>
              <a:rPr lang="en-GB" sz="1050" dirty="0"/>
            </a:br>
            <a:r>
              <a:rPr lang="en-GB" sz="1050" dirty="0"/>
              <a:t>🔴 Low</a:t>
            </a:r>
          </a:p>
          <a:p>
            <a:pPr>
              <a:buFont typeface="+mj-lt"/>
              <a:buAutoNum type="arabicPeriod"/>
            </a:pPr>
            <a:r>
              <a:rPr lang="en-GB" sz="1050" dirty="0"/>
              <a:t>Sleep quality last night?</a:t>
            </a:r>
            <a:br>
              <a:rPr lang="en-GB" sz="1050" dirty="0"/>
            </a:br>
            <a:r>
              <a:rPr lang="en-GB" sz="1050" dirty="0"/>
              <a:t>😴 Good</a:t>
            </a:r>
            <a:br>
              <a:rPr lang="en-GB" sz="1050" dirty="0"/>
            </a:br>
            <a:r>
              <a:rPr lang="en-GB" sz="1050" dirty="0"/>
              <a:t>🟡 Average</a:t>
            </a:r>
            <a:br>
              <a:rPr lang="en-GB" sz="1050" dirty="0"/>
            </a:br>
            <a:r>
              <a:rPr lang="en-GB" sz="1050" dirty="0"/>
              <a:t>🔴 Poor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48BD33-A99B-DE68-8007-1AA0940226A9}"/>
              </a:ext>
            </a:extLst>
          </p:cNvPr>
          <p:cNvSpPr txBox="1"/>
          <p:nvPr/>
        </p:nvSpPr>
        <p:spPr>
          <a:xfrm>
            <a:off x="5690350" y="6427113"/>
            <a:ext cx="29202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dirty="0"/>
              <a:t>Good morning 👋</a:t>
            </a:r>
            <a:br>
              <a:rPr lang="en-US" sz="1050" dirty="0"/>
            </a:br>
            <a:r>
              <a:rPr lang="en-US" sz="1050" dirty="0"/>
              <a:t>Please share your fasting glucose reading today.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7C87F6-303C-55D7-D2CF-BC10BED94B2B}"/>
              </a:ext>
            </a:extLst>
          </p:cNvPr>
          <p:cNvSpPr txBox="1"/>
          <p:nvPr/>
        </p:nvSpPr>
        <p:spPr>
          <a:xfrm>
            <a:off x="5708395" y="6037273"/>
            <a:ext cx="2858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Care Agent collects glucose reading every second day </a:t>
            </a:r>
            <a:endParaRPr lang="en-GB" sz="1400" b="1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EC0801B-1F1A-CE34-3ECC-43E4DBD80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028438"/>
              </p:ext>
            </p:extLst>
          </p:nvPr>
        </p:nvGraphicFramePr>
        <p:xfrm>
          <a:off x="8850447" y="2415705"/>
          <a:ext cx="2650298" cy="1749592"/>
        </p:xfrm>
        <a:graphic>
          <a:graphicData uri="http://schemas.openxmlformats.org/drawingml/2006/table">
            <a:tbl>
              <a:tblPr/>
              <a:tblGrid>
                <a:gridCol w="1325149">
                  <a:extLst>
                    <a:ext uri="{9D8B030D-6E8A-4147-A177-3AD203B41FA5}">
                      <a16:colId xmlns:a16="http://schemas.microsoft.com/office/drawing/2014/main" val="3263719237"/>
                    </a:ext>
                  </a:extLst>
                </a:gridCol>
                <a:gridCol w="1325149">
                  <a:extLst>
                    <a:ext uri="{9D8B030D-6E8A-4147-A177-3AD203B41FA5}">
                      <a16:colId xmlns:a16="http://schemas.microsoft.com/office/drawing/2014/main" val="1834919098"/>
                    </a:ext>
                  </a:extLst>
                </a:gridCol>
              </a:tblGrid>
              <a:tr h="257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618093"/>
                  </a:ext>
                </a:extLst>
              </a:tr>
              <a:tr h="257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high cravings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protein too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470584"/>
                  </a:ext>
                </a:extLst>
              </a:tr>
              <a:tr h="257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poor sleep + glucose spike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sleep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337592"/>
                  </a:ext>
                </a:extLst>
              </a:tr>
              <a:tr h="257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activity improves glucose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reinforce walking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846072"/>
                  </a:ext>
                </a:extLst>
              </a:tr>
              <a:tr h="257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energy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calorie deficit too aggressive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052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AEFA486-F943-DA62-CFEF-3026652F4669}"/>
              </a:ext>
            </a:extLst>
          </p:cNvPr>
          <p:cNvSpPr txBox="1"/>
          <p:nvPr/>
        </p:nvSpPr>
        <p:spPr>
          <a:xfrm>
            <a:off x="9019319" y="4596089"/>
            <a:ext cx="2346512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dirty="0"/>
              <a:t>Example: </a:t>
            </a:r>
          </a:p>
          <a:p>
            <a:pPr>
              <a:buNone/>
            </a:pPr>
            <a:r>
              <a:rPr lang="en-US" sz="1050" dirty="0"/>
              <a:t>“Your glucose readings improved on days where dinner was lighter and sleep was better.</a:t>
            </a:r>
          </a:p>
          <a:p>
            <a:pPr>
              <a:buNone/>
            </a:pPr>
            <a:r>
              <a:rPr lang="en-US" sz="1050" dirty="0"/>
              <a:t>Main focus next week:</a:t>
            </a:r>
            <a:br>
              <a:rPr lang="en-US" sz="1050" dirty="0"/>
            </a:br>
            <a:r>
              <a:rPr lang="en-US" sz="1050" dirty="0"/>
              <a:t>improve dinner timing and add protein at breakfast.”</a:t>
            </a:r>
          </a:p>
        </p:txBody>
      </p:sp>
    </p:spTree>
    <p:extLst>
      <p:ext uri="{BB962C8B-B14F-4D97-AF65-F5344CB8AC3E}">
        <p14:creationId xmlns:p14="http://schemas.microsoft.com/office/powerpoint/2010/main" val="3595861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BD190-2F7A-0AFF-A93E-AFC9CE29D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2F2B6-6551-9543-76DB-10460BFE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36910" cy="1325563"/>
          </a:xfrm>
        </p:spPr>
        <p:txBody>
          <a:bodyPr/>
          <a:lstStyle/>
          <a:p>
            <a:r>
              <a:rPr lang="en-GB" b="1" dirty="0"/>
              <a:t>The Comprehensive Plan: </a:t>
            </a:r>
            <a:r>
              <a:rPr lang="en-GB" dirty="0"/>
              <a:t>Dashboard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D51E7-AA0E-AF4F-B800-70545579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0C8E1-AABD-BCBB-EB72-5A018F9F4221}"/>
              </a:ext>
            </a:extLst>
          </p:cNvPr>
          <p:cNvSpPr txBox="1"/>
          <p:nvPr/>
        </p:nvSpPr>
        <p:spPr>
          <a:xfrm>
            <a:off x="6155642" y="365125"/>
            <a:ext cx="6096896" cy="5747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050" b="1" dirty="0"/>
              <a:t>SECTION 1 — METABOLIC SCORE</a:t>
            </a:r>
          </a:p>
          <a:p>
            <a:pPr>
              <a:buNone/>
            </a:pPr>
            <a:r>
              <a:rPr lang="en-GB" sz="1050" dirty="0"/>
              <a:t>Big card:</a:t>
            </a:r>
          </a:p>
          <a:p>
            <a:pPr>
              <a:buNone/>
            </a:pPr>
            <a:r>
              <a:rPr lang="en-GB" sz="1050" dirty="0"/>
              <a:t>“Metabolic Score: 71/100”</a:t>
            </a:r>
            <a:br>
              <a:rPr lang="en-GB" sz="1050" dirty="0"/>
            </a:br>
            <a:r>
              <a:rPr lang="en-GB" sz="1050" dirty="0"/>
              <a:t>↑ improving</a:t>
            </a:r>
          </a:p>
          <a:p>
            <a:pPr>
              <a:buNone/>
            </a:pPr>
            <a:r>
              <a:rPr lang="en-GB" sz="1050" dirty="0"/>
              <a:t>Calculated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glucose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adherence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weight trend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energy </a:t>
            </a:r>
          </a:p>
          <a:p>
            <a:pPr>
              <a:buNone/>
            </a:pPr>
            <a:r>
              <a:rPr lang="en-GB" sz="1050" dirty="0"/>
              <a:t>Simple formula internally.</a:t>
            </a:r>
          </a:p>
          <a:p>
            <a:pPr>
              <a:buNone/>
            </a:pPr>
            <a:r>
              <a:rPr lang="en-GB" sz="1050" dirty="0"/>
              <a:t>Patient doesn’t need details.</a:t>
            </a:r>
          </a:p>
          <a:p>
            <a:pPr>
              <a:buNone/>
            </a:pPr>
            <a:br>
              <a:rPr lang="en-GB" sz="1050" dirty="0"/>
            </a:br>
            <a:r>
              <a:rPr lang="en-GB" sz="1050" b="1" dirty="0"/>
              <a:t>SECTION 2 — WEIGHT GRAPH</a:t>
            </a:r>
          </a:p>
          <a:p>
            <a:pPr>
              <a:buNone/>
            </a:pPr>
            <a:r>
              <a:rPr lang="en-GB" sz="1050" dirty="0"/>
              <a:t>Simple line.</a:t>
            </a:r>
          </a:p>
          <a:p>
            <a:pPr>
              <a:buNone/>
            </a:pPr>
            <a:br>
              <a:rPr lang="en-GB" sz="1050" dirty="0"/>
            </a:br>
            <a:r>
              <a:rPr lang="en-GB" sz="1050" b="1" dirty="0"/>
              <a:t>SECTION 3 — GLUCOSE GRAPH</a:t>
            </a:r>
          </a:p>
          <a:p>
            <a:pPr>
              <a:buNone/>
            </a:pPr>
            <a:r>
              <a:rPr lang="en-GB" sz="1050" dirty="0"/>
              <a:t>ONLY fasting glucose.</a:t>
            </a:r>
          </a:p>
          <a:p>
            <a:pPr>
              <a:buNone/>
            </a:pPr>
            <a:r>
              <a:rPr lang="en-GB" sz="1050" dirty="0"/>
              <a:t>Simple line graph.</a:t>
            </a:r>
          </a:p>
          <a:p>
            <a:pPr>
              <a:buNone/>
            </a:pPr>
            <a:r>
              <a:rPr lang="en-GB" sz="1050" dirty="0"/>
              <a:t>Green zone:</a:t>
            </a:r>
            <a:br>
              <a:rPr lang="en-GB" sz="1050" dirty="0"/>
            </a:br>
            <a:r>
              <a:rPr lang="en-GB" sz="1050" dirty="0"/>
              <a:t>80–120</a:t>
            </a:r>
          </a:p>
          <a:p>
            <a:pPr>
              <a:buNone/>
            </a:pPr>
            <a:r>
              <a:rPr lang="en-GB" sz="1050" dirty="0"/>
              <a:t>Yellow:</a:t>
            </a:r>
            <a:br>
              <a:rPr lang="en-GB" sz="1050" dirty="0"/>
            </a:br>
            <a:r>
              <a:rPr lang="en-GB" sz="1050" dirty="0"/>
              <a:t>120–140</a:t>
            </a:r>
          </a:p>
          <a:p>
            <a:pPr>
              <a:buNone/>
            </a:pPr>
            <a:r>
              <a:rPr lang="en-GB" sz="1050" dirty="0"/>
              <a:t>Red:</a:t>
            </a:r>
            <a:br>
              <a:rPr lang="en-GB" sz="1050" dirty="0"/>
            </a:br>
            <a:r>
              <a:rPr lang="en-GB" sz="1050" dirty="0"/>
              <a:t>140+</a:t>
            </a:r>
          </a:p>
          <a:p>
            <a:pPr>
              <a:buNone/>
            </a:pPr>
            <a:r>
              <a:rPr lang="en-GB" sz="1050" dirty="0"/>
              <a:t>DONE.</a:t>
            </a:r>
          </a:p>
          <a:p>
            <a:pPr>
              <a:buNone/>
            </a:pPr>
            <a:endParaRPr lang="en-GB" sz="1050" dirty="0"/>
          </a:p>
          <a:p>
            <a:pPr>
              <a:buNone/>
            </a:pPr>
            <a:r>
              <a:rPr lang="en-GB" sz="1050" b="1" dirty="0"/>
              <a:t>SECTION 4 — PATTERN INSIGHTS</a:t>
            </a:r>
          </a:p>
          <a:p>
            <a:pPr>
              <a:buNone/>
            </a:pPr>
            <a:r>
              <a:rPr lang="en-GB" sz="1050" dirty="0"/>
              <a:t>THIS is your moat.</a:t>
            </a:r>
          </a:p>
          <a:p>
            <a:pPr>
              <a:buNone/>
            </a:pPr>
            <a:r>
              <a:rPr lang="en-GB" sz="105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“Sleep quality affects glucose.”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“Weekends reduce consistency.”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050" dirty="0"/>
              <a:t>“Activity improving energy.” </a:t>
            </a:r>
          </a:p>
          <a:p>
            <a:pPr>
              <a:buNone/>
            </a:pPr>
            <a:endParaRPr lang="en-GB" sz="1050" dirty="0"/>
          </a:p>
          <a:p>
            <a:pPr>
              <a:buNone/>
            </a:pPr>
            <a:r>
              <a:rPr lang="en-GB" sz="1050" b="1" dirty="0"/>
              <a:t>SECTION 5 — FOCUS THIS WEEK</a:t>
            </a:r>
          </a:p>
          <a:p>
            <a:pPr>
              <a:buNone/>
            </a:pPr>
            <a:r>
              <a:rPr lang="en-GB" sz="1050" dirty="0"/>
              <a:t>ONLY 1–2 priorities.</a:t>
            </a:r>
          </a:p>
        </p:txBody>
      </p:sp>
    </p:spTree>
    <p:extLst>
      <p:ext uri="{BB962C8B-B14F-4D97-AF65-F5344CB8AC3E}">
        <p14:creationId xmlns:p14="http://schemas.microsoft.com/office/powerpoint/2010/main" val="1087774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D282-F1C0-D058-847E-EF9A5E60C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AD9BB-3422-7E95-CDFF-5C86FF22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9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67FD49-1CE0-35C7-12B8-FC61CB972BC0}"/>
              </a:ext>
            </a:extLst>
          </p:cNvPr>
          <p:cNvSpPr txBox="1">
            <a:spLocks/>
          </p:cNvSpPr>
          <p:nvPr/>
        </p:nvSpPr>
        <p:spPr>
          <a:xfrm>
            <a:off x="1524000" y="179522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The Premium Plan</a:t>
            </a:r>
          </a:p>
        </p:txBody>
      </p:sp>
    </p:spTree>
    <p:extLst>
      <p:ext uri="{BB962C8B-B14F-4D97-AF65-F5344CB8AC3E}">
        <p14:creationId xmlns:p14="http://schemas.microsoft.com/office/powerpoint/2010/main" val="735779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7D70E-7711-2F9B-B5A2-259916C0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53D8-C23E-E6AD-A540-F83648C4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Premium Plan: </a:t>
            </a:r>
            <a:r>
              <a:rPr lang="en-GB" dirty="0"/>
              <a:t>Operational Steps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FE30D-723F-528D-AB9A-F44D24C08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10</a:t>
            </a:fld>
            <a:endParaRPr lang="en-GB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1463189-C88C-BAFA-5BD0-E80BE6175F7E}"/>
              </a:ext>
            </a:extLst>
          </p:cNvPr>
          <p:cNvSpPr/>
          <p:nvPr/>
        </p:nvSpPr>
        <p:spPr>
          <a:xfrm>
            <a:off x="304800" y="1702190"/>
            <a:ext cx="2725947" cy="109276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Onboarding (Day 0)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AC5FEEE4-CD34-102A-8968-DB3028D3FFF2}"/>
              </a:ext>
            </a:extLst>
          </p:cNvPr>
          <p:cNvSpPr/>
          <p:nvPr/>
        </p:nvSpPr>
        <p:spPr>
          <a:xfrm>
            <a:off x="5543909" y="1690687"/>
            <a:ext cx="3128514" cy="1115773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Daily Prompts to monitor progress  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9313E0A-5DB3-00C5-40C9-1053808C96AD}"/>
              </a:ext>
            </a:extLst>
          </p:cNvPr>
          <p:cNvSpPr/>
          <p:nvPr/>
        </p:nvSpPr>
        <p:spPr>
          <a:xfrm>
            <a:off x="8758686" y="1690688"/>
            <a:ext cx="3128514" cy="1115773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Weekly interpretation and guidance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E82E7-7DD1-CE5A-161F-61D3568BDBC9}"/>
              </a:ext>
            </a:extLst>
          </p:cNvPr>
          <p:cNvSpPr txBox="1"/>
          <p:nvPr/>
        </p:nvSpPr>
        <p:spPr>
          <a:xfrm>
            <a:off x="304800" y="2908213"/>
            <a:ext cx="2306129" cy="82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4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90 mins onboarding call with the Dietician, Fitness Coach and Care Coordinator </a:t>
            </a:r>
            <a:endParaRPr lang="en-GB" sz="1400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DFFD83-933F-7B41-7CCE-3D9F321FE8B5}"/>
              </a:ext>
            </a:extLst>
          </p:cNvPr>
          <p:cNvSpPr txBox="1"/>
          <p:nvPr/>
        </p:nvSpPr>
        <p:spPr>
          <a:xfrm>
            <a:off x="304799" y="3842526"/>
            <a:ext cx="1874808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Includes: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medical review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glucose history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medications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eating timing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sleep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cravings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stress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weight history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5D960C-7708-6D05-1FB7-88FEFCA8CD72}"/>
              </a:ext>
            </a:extLst>
          </p:cNvPr>
          <p:cNvSpPr txBox="1"/>
          <p:nvPr/>
        </p:nvSpPr>
        <p:spPr>
          <a:xfrm>
            <a:off x="5562600" y="2806460"/>
            <a:ext cx="28582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Same as comprehensive plan, but optionality to also upload meal pic	</a:t>
            </a:r>
            <a:endParaRPr lang="en-GB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4FA8A0-B72F-04CB-529B-37ADD99558E0}"/>
              </a:ext>
            </a:extLst>
          </p:cNvPr>
          <p:cNvSpPr txBox="1"/>
          <p:nvPr/>
        </p:nvSpPr>
        <p:spPr>
          <a:xfrm>
            <a:off x="8758686" y="2812095"/>
            <a:ext cx="31285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/>
              <a:t>Through review from Dietician and Care Coordinator every Friday </a:t>
            </a:r>
            <a:endParaRPr lang="en-GB" sz="1100" b="1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F8B166-E8CB-893A-8C35-87072D630371}"/>
              </a:ext>
            </a:extLst>
          </p:cNvPr>
          <p:cNvSpPr txBox="1"/>
          <p:nvPr/>
        </p:nvSpPr>
        <p:spPr>
          <a:xfrm>
            <a:off x="8758686" y="4750891"/>
            <a:ext cx="31285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/>
              <a:t>And provides curated guidance </a:t>
            </a:r>
            <a:endParaRPr lang="en-GB" sz="1100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C5B76-CCB5-09D1-B4F1-3A894B3DE609}"/>
              </a:ext>
            </a:extLst>
          </p:cNvPr>
          <p:cNvSpPr txBox="1"/>
          <p:nvPr/>
        </p:nvSpPr>
        <p:spPr>
          <a:xfrm>
            <a:off x="304799" y="5606966"/>
            <a:ext cx="19334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/>
              <a:t>Premium patients MAY: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upload glucometer readings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upload meals occasionally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use CGM optionally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93D8D-FD09-66DF-E5FB-86695822054E}"/>
              </a:ext>
            </a:extLst>
          </p:cNvPr>
          <p:cNvSpPr txBox="1"/>
          <p:nvPr/>
        </p:nvSpPr>
        <p:spPr>
          <a:xfrm>
            <a:off x="2576101" y="2976179"/>
            <a:ext cx="26152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i="1" dirty="0"/>
              <a:t>Dietician develops a personalized playbook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5696ADF5-154F-01FA-823F-7E1B8AA47A25}"/>
              </a:ext>
            </a:extLst>
          </p:cNvPr>
          <p:cNvSpPr/>
          <p:nvPr/>
        </p:nvSpPr>
        <p:spPr>
          <a:xfrm>
            <a:off x="2643674" y="1679186"/>
            <a:ext cx="3128514" cy="1115773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 personalized playbook to achieve defined goals (Day 1)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78D0662-19DF-C4E2-AA0B-20C8A56ED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54898"/>
              </p:ext>
            </p:extLst>
          </p:nvPr>
        </p:nvGraphicFramePr>
        <p:xfrm>
          <a:off x="2820517" y="3593582"/>
          <a:ext cx="2019260" cy="2314617"/>
        </p:xfrm>
        <a:graphic>
          <a:graphicData uri="http://schemas.openxmlformats.org/drawingml/2006/table">
            <a:tbl>
              <a:tblPr/>
              <a:tblGrid>
                <a:gridCol w="1009630">
                  <a:extLst>
                    <a:ext uri="{9D8B030D-6E8A-4147-A177-3AD203B41FA5}">
                      <a16:colId xmlns:a16="http://schemas.microsoft.com/office/drawing/2014/main" val="1132512045"/>
                    </a:ext>
                  </a:extLst>
                </a:gridCol>
                <a:gridCol w="1009630">
                  <a:extLst>
                    <a:ext uri="{9D8B030D-6E8A-4147-A177-3AD203B41FA5}">
                      <a16:colId xmlns:a16="http://schemas.microsoft.com/office/drawing/2014/main" val="20272596"/>
                    </a:ext>
                  </a:extLst>
                </a:gridCol>
              </a:tblGrid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553138"/>
                  </a:ext>
                </a:extLst>
              </a:tr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biggest trigger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late-night hunger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724829"/>
                  </a:ext>
                </a:extLst>
              </a:tr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eating 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skips breakfast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066284"/>
                  </a:ext>
                </a:extLst>
              </a:tr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movement 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5k 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020853"/>
                  </a:ext>
                </a:extLst>
              </a:tr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sleep 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before midnight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466181"/>
                  </a:ext>
                </a:extLst>
              </a:tr>
              <a:tr h="37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glucose 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fasting under 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60887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5C2C075-E8B4-5E2A-DE84-0ED9C42FB29F}"/>
              </a:ext>
            </a:extLst>
          </p:cNvPr>
          <p:cNvSpPr txBox="1"/>
          <p:nvPr/>
        </p:nvSpPr>
        <p:spPr>
          <a:xfrm>
            <a:off x="5843697" y="3629459"/>
            <a:ext cx="20192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/>
              <a:t>Optional 👇</a:t>
            </a:r>
            <a:br>
              <a:rPr lang="en-US" sz="1200" dirty="0"/>
            </a:br>
            <a:r>
              <a:rPr lang="en-US" sz="1200" dirty="0"/>
              <a:t>Share a photo of one meal today if you'd like feedback from the team.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82EFDDC-30CA-AD78-D518-35ED83EDB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836086"/>
              </p:ext>
            </p:extLst>
          </p:nvPr>
        </p:nvGraphicFramePr>
        <p:xfrm>
          <a:off x="8866876" y="3271517"/>
          <a:ext cx="2844920" cy="1508760"/>
        </p:xfrm>
        <a:graphic>
          <a:graphicData uri="http://schemas.openxmlformats.org/drawingml/2006/table">
            <a:tbl>
              <a:tblPr/>
              <a:tblGrid>
                <a:gridCol w="1422460">
                  <a:extLst>
                    <a:ext uri="{9D8B030D-6E8A-4147-A177-3AD203B41FA5}">
                      <a16:colId xmlns:a16="http://schemas.microsoft.com/office/drawing/2014/main" val="2921193628"/>
                    </a:ext>
                  </a:extLst>
                </a:gridCol>
                <a:gridCol w="1422460">
                  <a:extLst>
                    <a:ext uri="{9D8B030D-6E8A-4147-A177-3AD203B41FA5}">
                      <a16:colId xmlns:a16="http://schemas.microsoft.com/office/drawing/2014/main" val="42297007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Signal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653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glucose spikes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dinner 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741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hunger despite GLP-1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protein/fiber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512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fatigue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muscle loss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019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weight loss too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290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/>
                        <a:t>poor sleep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cortisol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77267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957765D-6035-B1BD-F39D-2FDE8837A5EF}"/>
              </a:ext>
            </a:extLst>
          </p:cNvPr>
          <p:cNvSpPr txBox="1"/>
          <p:nvPr/>
        </p:nvSpPr>
        <p:spPr>
          <a:xfrm>
            <a:off x="8866876" y="5072896"/>
            <a:ext cx="25140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/>
              <a:t>Example: </a:t>
            </a:r>
          </a:p>
          <a:p>
            <a:pPr>
              <a:buNone/>
            </a:pPr>
            <a:r>
              <a:rPr lang="en-US" sz="1000" dirty="0"/>
              <a:t>“Your fasting glucose variability remains highest after weekends.</a:t>
            </a:r>
          </a:p>
          <a:p>
            <a:pPr>
              <a:buNone/>
            </a:pPr>
            <a:r>
              <a:rPr lang="en-US" sz="1000" dirty="0"/>
              <a:t>Current pattern suggests: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inconsistent dinner timing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lower activity Saturday/Sunday </a:t>
            </a:r>
          </a:p>
          <a:p>
            <a:pPr>
              <a:buNone/>
            </a:pPr>
            <a:r>
              <a:rPr lang="en-US" sz="1000" dirty="0"/>
              <a:t>Weight loss pace is appropriate and energy remains stable.</a:t>
            </a:r>
          </a:p>
          <a:p>
            <a:pPr>
              <a:buNone/>
            </a:pPr>
            <a:r>
              <a:rPr lang="en-US" sz="1000" dirty="0"/>
              <a:t>This week’s focus: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structured dinner timing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post-meal walking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protein intake consistency”</a:t>
            </a:r>
          </a:p>
        </p:txBody>
      </p:sp>
    </p:spTree>
    <p:extLst>
      <p:ext uri="{BB962C8B-B14F-4D97-AF65-F5344CB8AC3E}">
        <p14:creationId xmlns:p14="http://schemas.microsoft.com/office/powerpoint/2010/main" val="262589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A55A4-D9B0-0B67-E12F-CA201D789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C1D2-3DE6-0A5E-E0DB-A9A5727F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74242" cy="132556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The Premium Plan: </a:t>
            </a:r>
            <a:r>
              <a:rPr lang="en-GB" dirty="0"/>
              <a:t>Dashboard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4829F-1A6D-BA01-E113-E83B0C0D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11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362720-5F3A-A3A7-6749-32196049E6C6}"/>
              </a:ext>
            </a:extLst>
          </p:cNvPr>
          <p:cNvSpPr txBox="1"/>
          <p:nvPr/>
        </p:nvSpPr>
        <p:spPr>
          <a:xfrm>
            <a:off x="4386050" y="365125"/>
            <a:ext cx="609713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100" b="1" dirty="0"/>
              <a:t>SECTION 1 — METABOLIC SCORE</a:t>
            </a:r>
          </a:p>
          <a:p>
            <a:pPr>
              <a:buNone/>
            </a:pPr>
            <a:br>
              <a:rPr lang="en-GB" sz="1100" dirty="0"/>
            </a:br>
            <a:endParaRPr lang="en-GB" sz="1100" dirty="0"/>
          </a:p>
          <a:p>
            <a:pPr>
              <a:buNone/>
            </a:pPr>
            <a:r>
              <a:rPr lang="en-GB" sz="1100" b="1" dirty="0"/>
              <a:t>SECTION 2 — WEIGHT + GLUCOSE</a:t>
            </a:r>
          </a:p>
          <a:p>
            <a:pPr>
              <a:buNone/>
            </a:pPr>
            <a:br>
              <a:rPr lang="en-GB" sz="1100" dirty="0"/>
            </a:br>
            <a:endParaRPr lang="en-GB" sz="1100" dirty="0"/>
          </a:p>
          <a:p>
            <a:pPr>
              <a:buNone/>
            </a:pPr>
            <a:r>
              <a:rPr lang="en-GB" sz="1100" b="1" dirty="0"/>
              <a:t>SECTION 3 — GLUCOSE STABILITY</a:t>
            </a:r>
          </a:p>
          <a:p>
            <a:pPr>
              <a:buNone/>
            </a:pPr>
            <a:r>
              <a:rPr lang="en-GB" sz="1100" dirty="0"/>
              <a:t>NOT average only.</a:t>
            </a:r>
          </a:p>
          <a:p>
            <a:pPr>
              <a:buNone/>
            </a:pPr>
            <a:r>
              <a:rPr lang="en-GB" sz="1100" dirty="0"/>
              <a:t>Show: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dirty="0"/>
              <a:t>stable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dirty="0"/>
              <a:t>variable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dirty="0"/>
              <a:t>improving </a:t>
            </a:r>
          </a:p>
          <a:p>
            <a:pPr>
              <a:buNone/>
            </a:pPr>
            <a:r>
              <a:rPr lang="en-GB" sz="1100" dirty="0"/>
              <a:t>Simple visual.</a:t>
            </a:r>
          </a:p>
          <a:p>
            <a:pPr>
              <a:buNone/>
            </a:pPr>
            <a:br>
              <a:rPr lang="en-GB" sz="1100" dirty="0"/>
            </a:br>
            <a:endParaRPr lang="en-GB" sz="1100" dirty="0"/>
          </a:p>
          <a:p>
            <a:pPr>
              <a:buNone/>
            </a:pPr>
            <a:r>
              <a:rPr lang="en-GB" sz="1100" b="1" dirty="0"/>
              <a:t>SECTION 4 — PERSONAL INSIGHTS</a:t>
            </a:r>
          </a:p>
          <a:p>
            <a:pPr>
              <a:buNone/>
            </a:pPr>
            <a:r>
              <a:rPr lang="en-GB" sz="1100" dirty="0"/>
              <a:t>MOST IMPORTANT.</a:t>
            </a:r>
          </a:p>
          <a:p>
            <a:pPr>
              <a:buNone/>
            </a:pPr>
            <a:r>
              <a:rPr lang="en-GB" sz="110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dirty="0"/>
              <a:t>“Sleep affects glucose.”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dirty="0"/>
              <a:t>“Late dinners worsen fasting sugar.”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dirty="0"/>
              <a:t>“Activity improves recovery.” </a:t>
            </a:r>
          </a:p>
          <a:p>
            <a:pPr>
              <a:buNone/>
            </a:pPr>
            <a:br>
              <a:rPr lang="en-GB" sz="1100" dirty="0"/>
            </a:br>
            <a:endParaRPr lang="en-GB" sz="1100" dirty="0"/>
          </a:p>
          <a:p>
            <a:pPr>
              <a:buNone/>
            </a:pPr>
            <a:r>
              <a:rPr lang="en-GB" sz="1100" b="1" dirty="0"/>
              <a:t>SECTION 5 — CARE TEAM ACTIONS</a:t>
            </a:r>
          </a:p>
          <a:p>
            <a:pPr>
              <a:buNone/>
            </a:pPr>
            <a:r>
              <a:rPr lang="en-GB" sz="1100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dirty="0"/>
              <a:t>increased protein target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dirty="0"/>
              <a:t>adjust dinner timing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100" dirty="0"/>
              <a:t>discuss medication with doctor</a:t>
            </a:r>
          </a:p>
        </p:txBody>
      </p:sp>
    </p:spTree>
    <p:extLst>
      <p:ext uri="{BB962C8B-B14F-4D97-AF65-F5344CB8AC3E}">
        <p14:creationId xmlns:p14="http://schemas.microsoft.com/office/powerpoint/2010/main" val="1274793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0FD4-2FA3-21D1-12B6-23D22898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up: The MVP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5FEDC-094F-70F9-133C-9697A0D8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9136-FC1F-44E4-9217-931F287F033B}" type="slidenum">
              <a:rPr lang="en-GB" smtClean="0"/>
              <a:t>12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CC10B8-4A82-5BB3-0ECA-C935C5B0E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653676"/>
              </p:ext>
            </p:extLst>
          </p:nvPr>
        </p:nvGraphicFramePr>
        <p:xfrm>
          <a:off x="838200" y="198415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618727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06784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094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Website/app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Lovable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512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Supabase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647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Make/Zapier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750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WhatsApp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Twilio/Gupshup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179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Lovable internal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384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Google Docs/PDF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691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84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1214</Words>
  <Application>Microsoft Office PowerPoint</Application>
  <PresentationFormat>Widescreen</PresentationFormat>
  <Paragraphs>313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Wingdings</vt:lpstr>
      <vt:lpstr>Office Theme</vt:lpstr>
      <vt:lpstr>MVP Operational Plan: A smart weekly coaching system with lightweight digital support</vt:lpstr>
      <vt:lpstr>Flexible Programs Designed Around Patient Needs</vt:lpstr>
      <vt:lpstr>PowerPoint Presentation</vt:lpstr>
      <vt:lpstr>The Basic Plan: Operational Steps </vt:lpstr>
      <vt:lpstr>The Basic Plan: Dashboard </vt:lpstr>
      <vt:lpstr>PowerPoint Presentation</vt:lpstr>
      <vt:lpstr>The Comprehensive Plan: Operational Steps </vt:lpstr>
      <vt:lpstr>The Comprehensive Plan: Dashboard </vt:lpstr>
      <vt:lpstr>PowerPoint Presentation</vt:lpstr>
      <vt:lpstr>The Premium Plan: Operational Steps </vt:lpstr>
      <vt:lpstr>The Premium Plan: Dashboard </vt:lpstr>
      <vt:lpstr>Back up: The MVP 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Kumar</dc:creator>
  <cp:lastModifiedBy>Prashant Kumar</cp:lastModifiedBy>
  <cp:revision>1</cp:revision>
  <dcterms:created xsi:type="dcterms:W3CDTF">2026-05-12T09:35:26Z</dcterms:created>
  <dcterms:modified xsi:type="dcterms:W3CDTF">2026-05-12T11:13:01Z</dcterms:modified>
</cp:coreProperties>
</file>